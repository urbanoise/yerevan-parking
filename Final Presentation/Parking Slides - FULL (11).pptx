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hangesInfos/changesInfo1.xml" ContentType="application/vnd.ms-powerpoint.changesinfo+xml"/>
  <Override PartName="/ppt/embeddings/oleObject1.bin" ContentType="application/vnd.openxmlformats-officedocument.oleObject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85" r:id="rId4"/>
  </p:sldMasterIdLst>
  <p:notesMasterIdLst>
    <p:notesMasterId r:id="rId15"/>
  </p:notesMasterIdLst>
  <p:handoutMasterIdLst>
    <p:handoutMasterId r:id="rId16"/>
  </p:handoutMasterIdLst>
  <p:sldIdLst>
    <p:sldId id="256" r:id="rId14"/>
    <p:sldId id="257" r:id="rId13"/>
    <p:sldId id="258" r:id="rId12"/>
    <p:sldId id="259" r:id="rId11"/>
    <p:sldId id="260" r:id="rId10"/>
    <p:sldId id="261" r:id="rId9"/>
    <p:sldId id="262" r:id="rId8"/>
    <p:sldId id="263" r:id="rId7"/>
    <p:sldId id="264" r:id="rId6"/>
    <p:sldId id="265" r:id="rId5"/>
    <p:sldId id="266" r:id="rId24"/>
  </p:sldIdLst>
  <p:sldSz cx="9144000" cy="5143500" type="screen16x9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37C96881-D6E7-476E-9580-C752C619F49D}">
          <p14:sldIdLst>
            <p14:sldId id="341"/>
            <p14:sldId id="258"/>
            <p14:sldId id="1749"/>
            <p14:sldId id="1933"/>
            <p14:sldId id="1935"/>
            <p14:sldId id="1934"/>
            <p14:sldId id="1936"/>
            <p14:sldId id="1938"/>
            <p14:sldId id="1937"/>
            <p14:sldId id="360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D83B818-2E51-8D8F-91F3-85A5F5C5DEF0}" name="Livia Delgado" initials="LD" userId="S::livia.delgado@logiteng.com::e59ae96f-f6e2-4020-9a3b-4be3467e0e20" providerId="AD"/>
  <p188:author id="{A2D4831B-2F5C-6E30-29A1-FAA8F7D87BE7}" name="Lucas Melo" initials="LE" userId="S::lucas.melo@logiteng.com::1b3c276c-041f-4dbd-8875-4abc34e31f70" providerId="AD"/>
  <p188:author id="{4A138A3C-2BBF-42EC-4252-19C5CDF8EA79}" name="Laura K C Fleury" initials="LF" userId="S::laura.fleury@logiteng.com::6a2c9d05-cbac-4ccd-ae51-3cc907105659" providerId="AD"/>
  <p188:author id="{9B3A28DA-7EFA-E4B1-23F4-8496C9D7EDD6}" name="Priscila Damasio" initials="PD" userId="S::priscila.damasio@logiteng.com::44e83ed5-f623-4739-a4a6-03b3f9441365" providerId="AD"/>
  <p188:author id="{580A66E2-5E55-FC58-4503-8D4CBAEC1D73}" name="Breno Boiani" initials="BB" userId="S::breno.boiani@logiteng.com::cf953c33-efd7-48ca-9631-b9e99e6d42fe" providerId="AD"/>
  <p188:author id="{75EDCAE7-35A3-F4CD-5CE4-963BC683D3E6}" name="Marcela Marajó" initials="MV" userId="S::marcela.marajo@logiteng.com::e1e9d154-6985-4777-845c-2aecf36e787a" providerId="AD"/>
  <p188:author id="{68719AFD-75BE-8C46-8DAF-F16F88A4CEB9}" name="Rafael Sanabria" initials="RS" userId="S::rafael.sanabria@logiteng.com::1dfb84fd-ca57-4498-90cb-25fa820cbc11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EBD58"/>
    <a:srgbClr val="A3D9DD"/>
    <a:srgbClr val="A5917E"/>
    <a:srgbClr val="827369"/>
    <a:srgbClr val="5C4B42"/>
    <a:srgbClr val="CEBCA5"/>
    <a:srgbClr val="FFFFFF"/>
    <a:srgbClr val="003760"/>
    <a:srgbClr val="203864"/>
    <a:srgbClr val="026E9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E58380F-A1E8-4D04-A754-B9224CCF5708}" v="7" dt="2026-07-14T14:21:15.42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38" d="100"/>
          <a:sy n="138" d="100"/>
        </p:scale>
        <p:origin x="834" y="10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0.xml"/><Relationship Id="rId6" Type="http://schemas.openxmlformats.org/officeDocument/2006/relationships/slide" Target="slides/slide9.xml"/><Relationship Id="rId7" Type="http://schemas.openxmlformats.org/officeDocument/2006/relationships/slide" Target="slides/slide8.xml"/><Relationship Id="rId8" Type="http://schemas.openxmlformats.org/officeDocument/2006/relationships/slide" Target="slides/slide7.xml"/><Relationship Id="rId9" Type="http://schemas.openxmlformats.org/officeDocument/2006/relationships/slide" Target="slides/slide6.xml"/><Relationship Id="rId10" Type="http://schemas.openxmlformats.org/officeDocument/2006/relationships/slide" Target="slides/slide5.xml"/><Relationship Id="rId11" Type="http://schemas.openxmlformats.org/officeDocument/2006/relationships/slide" Target="slides/slide4.xml"/><Relationship Id="rId12" Type="http://schemas.openxmlformats.org/officeDocument/2006/relationships/slide" Target="slides/slide3.xml"/><Relationship Id="rId13" Type="http://schemas.openxmlformats.org/officeDocument/2006/relationships/slide" Target="slides/slide2.xml"/><Relationship Id="rId14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6" Type="http://schemas.openxmlformats.org/officeDocument/2006/relationships/handoutMaster" Target="handoutMasters/handout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Relationship Id="rId21" Type="http://schemas.microsoft.com/office/2016/11/relationships/changesInfo" Target="changesInfos/changesInfo1.xml"/><Relationship Id="rId22" Type="http://schemas.microsoft.com/office/2015/10/relationships/revisionInfo" Target="revisionInfo.xml"/><Relationship Id="rId23" Type="http://schemas.microsoft.com/office/2018/10/relationships/authors" Target="authors.xml"/><Relationship Id="rId24" Type="http://schemas.openxmlformats.org/officeDocument/2006/relationships/slide" Target="slides/slide1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cela Marajó" userId="e1e9d154-6985-4777-845c-2aecf36e787a" providerId="ADAL" clId="{1A09C1BB-A329-4F3E-8454-BBABBEF1D96C}"/>
    <pc:docChg chg="undo custSel addSld delSld modSld sldOrd">
      <pc:chgData name="Marcela Marajó" userId="e1e9d154-6985-4777-845c-2aecf36e787a" providerId="ADAL" clId="{1A09C1BB-A329-4F3E-8454-BBABBEF1D96C}" dt="2026-07-14T14:35:45.055" v="125" actId="113"/>
      <pc:docMkLst>
        <pc:docMk/>
      </pc:docMkLst>
      <pc:sldChg chg="addSp delSp modSp add ord">
        <pc:chgData name="Marcela Marajó" userId="e1e9d154-6985-4777-845c-2aecf36e787a" providerId="ADAL" clId="{1A09C1BB-A329-4F3E-8454-BBABBEF1D96C}" dt="2026-07-13T19:17:27.033" v="39"/>
        <pc:sldMkLst>
          <pc:docMk/>
          <pc:sldMk cId="0" sldId="256"/>
        </pc:sldMkLst>
        <pc:spChg chg="mod">
          <ac:chgData name="Marcela Marajó" userId="e1e9d154-6985-4777-845c-2aecf36e787a" providerId="ADAL" clId="{1A09C1BB-A329-4F3E-8454-BBABBEF1D96C}" dt="2026-07-13T19:03:10.011" v="19" actId="164"/>
          <ac:spMkLst>
            <pc:docMk/>
            <pc:sldMk cId="0" sldId="256"/>
            <ac:spMk id="2" creationId="{55028CE6-50A6-3C7F-B814-0BD474AC17EF}"/>
          </ac:spMkLst>
        </pc:spChg>
        <pc:spChg chg="mod">
          <ac:chgData name="Marcela Marajó" userId="e1e9d154-6985-4777-845c-2aecf36e787a" providerId="ADAL" clId="{1A09C1BB-A329-4F3E-8454-BBABBEF1D96C}" dt="2026-07-13T19:03:08.241" v="18" actId="164"/>
          <ac:spMkLst>
            <pc:docMk/>
            <pc:sldMk cId="0" sldId="256"/>
            <ac:spMk id="7" creationId="{5AB78E26-0D26-0436-2923-5308588F361A}"/>
          </ac:spMkLst>
        </pc:spChg>
        <pc:spChg chg="mod">
          <ac:chgData name="Marcela Marajó" userId="e1e9d154-6985-4777-845c-2aecf36e787a" providerId="ADAL" clId="{1A09C1BB-A329-4F3E-8454-BBABBEF1D96C}" dt="2026-07-13T19:03:10.011" v="19" actId="164"/>
          <ac:spMkLst>
            <pc:docMk/>
            <pc:sldMk cId="0" sldId="256"/>
            <ac:spMk id="12" creationId="{1B36AB23-5CEF-C485-90A5-E5C2CC47B2CF}"/>
          </ac:spMkLst>
        </pc:spChg>
        <pc:spChg chg="mod">
          <ac:chgData name="Marcela Marajó" userId="e1e9d154-6985-4777-845c-2aecf36e787a" providerId="ADAL" clId="{1A09C1BB-A329-4F3E-8454-BBABBEF1D96C}" dt="2026-07-13T19:03:08.241" v="18" actId="164"/>
          <ac:spMkLst>
            <pc:docMk/>
            <pc:sldMk cId="0" sldId="256"/>
            <ac:spMk id="13" creationId="{14D31F07-4BC6-75B6-7622-C5B4D5FD15F4}"/>
          </ac:spMkLst>
        </pc:spChg>
        <pc:spChg chg="mod">
          <ac:chgData name="Marcela Marajó" userId="e1e9d154-6985-4777-845c-2aecf36e787a" providerId="ADAL" clId="{1A09C1BB-A329-4F3E-8454-BBABBEF1D96C}" dt="2026-07-13T19:03:06.110" v="17" actId="164"/>
          <ac:spMkLst>
            <pc:docMk/>
            <pc:sldMk cId="0" sldId="256"/>
            <ac:spMk id="22" creationId="{FFAA68AD-637F-6925-8FCF-EC64E91A3B36}"/>
          </ac:spMkLst>
        </pc:spChg>
        <pc:spChg chg="mod">
          <ac:chgData name="Marcela Marajó" userId="e1e9d154-6985-4777-845c-2aecf36e787a" providerId="ADAL" clId="{1A09C1BB-A329-4F3E-8454-BBABBEF1D96C}" dt="2026-07-13T19:03:04.250" v="16" actId="164"/>
          <ac:spMkLst>
            <pc:docMk/>
            <pc:sldMk cId="0" sldId="256"/>
            <ac:spMk id="27" creationId="{0259EC01-D5A6-C388-0CA1-A86D69EB2B39}"/>
          </ac:spMkLst>
        </pc:spChg>
        <pc:spChg chg="mod">
          <ac:chgData name="Marcela Marajó" userId="e1e9d154-6985-4777-845c-2aecf36e787a" providerId="ADAL" clId="{1A09C1BB-A329-4F3E-8454-BBABBEF1D96C}" dt="2026-07-13T19:03:06.110" v="17" actId="164"/>
          <ac:spMkLst>
            <pc:docMk/>
            <pc:sldMk cId="0" sldId="256"/>
            <ac:spMk id="32" creationId="{20B875B9-7007-271F-9897-DF0B7F3F9F2A}"/>
          </ac:spMkLst>
        </pc:spChg>
        <pc:spChg chg="mod">
          <ac:chgData name="Marcela Marajó" userId="e1e9d154-6985-4777-845c-2aecf36e787a" providerId="ADAL" clId="{1A09C1BB-A329-4F3E-8454-BBABBEF1D96C}" dt="2026-07-13T19:03:04.250" v="16" actId="164"/>
          <ac:spMkLst>
            <pc:docMk/>
            <pc:sldMk cId="0" sldId="256"/>
            <ac:spMk id="33" creationId="{D549F94B-D3B1-3971-3766-D189505A7F84}"/>
          </ac:spMkLst>
        </pc:spChg>
        <pc:spChg chg="mod">
          <ac:chgData name="Marcela Marajó" userId="e1e9d154-6985-4777-845c-2aecf36e787a" providerId="ADAL" clId="{1A09C1BB-A329-4F3E-8454-BBABBEF1D96C}" dt="2026-07-13T19:16:06.965" v="29"/>
          <ac:spMkLst>
            <pc:docMk/>
            <pc:sldMk cId="0" sldId="256"/>
            <ac:spMk id="42" creationId="{B7C615BD-DF01-1486-A84C-16A8ECCC9425}"/>
          </ac:spMkLst>
        </pc:spChg>
        <pc:spChg chg="mod">
          <ac:chgData name="Marcela Marajó" userId="e1e9d154-6985-4777-845c-2aecf36e787a" providerId="ADAL" clId="{1A09C1BB-A329-4F3E-8454-BBABBEF1D96C}" dt="2026-07-13T19:03:02.428" v="15" actId="164"/>
          <ac:spMkLst>
            <pc:docMk/>
            <pc:sldMk cId="0" sldId="256"/>
            <ac:spMk id="43" creationId="{789A7824-EB2D-9C39-D5DF-A73914305FD2}"/>
          </ac:spMkLst>
        </pc:spChg>
        <pc:spChg chg="mod">
          <ac:chgData name="Marcela Marajó" userId="e1e9d154-6985-4777-845c-2aecf36e787a" providerId="ADAL" clId="{1A09C1BB-A329-4F3E-8454-BBABBEF1D96C}" dt="2026-07-13T19:03:00.549" v="14" actId="164"/>
          <ac:spMkLst>
            <pc:docMk/>
            <pc:sldMk cId="0" sldId="256"/>
            <ac:spMk id="48" creationId="{785F4B2C-47B0-CAD8-FF8B-7610AF4E8D4B}"/>
          </ac:spMkLst>
        </pc:spChg>
        <pc:spChg chg="mod">
          <ac:chgData name="Marcela Marajó" userId="e1e9d154-6985-4777-845c-2aecf36e787a" providerId="ADAL" clId="{1A09C1BB-A329-4F3E-8454-BBABBEF1D96C}" dt="2026-07-13T19:03:02.428" v="15" actId="164"/>
          <ac:spMkLst>
            <pc:docMk/>
            <pc:sldMk cId="0" sldId="256"/>
            <ac:spMk id="53" creationId="{BCC3EF69-9B79-8452-37F4-510F6FE64D65}"/>
          </ac:spMkLst>
        </pc:spChg>
        <pc:spChg chg="mod">
          <ac:chgData name="Marcela Marajó" userId="e1e9d154-6985-4777-845c-2aecf36e787a" providerId="ADAL" clId="{1A09C1BB-A329-4F3E-8454-BBABBEF1D96C}" dt="2026-07-13T19:03:00.549" v="14" actId="164"/>
          <ac:spMkLst>
            <pc:docMk/>
            <pc:sldMk cId="0" sldId="256"/>
            <ac:spMk id="54" creationId="{09C77DE3-89E6-74F8-56B7-B0648F0DA375}"/>
          </ac:spMkLst>
        </pc:spChg>
        <pc:spChg chg="mod">
          <ac:chgData name="Marcela Marajó" userId="e1e9d154-6985-4777-845c-2aecf36e787a" providerId="ADAL" clId="{1A09C1BB-A329-4F3E-8454-BBABBEF1D96C}" dt="2026-07-13T19:16:14.889" v="30"/>
          <ac:spMkLst>
            <pc:docMk/>
            <pc:sldMk cId="0" sldId="256"/>
            <ac:spMk id="58" creationId="{01430B7D-7D0E-60B5-F1F3-25B53926CA3E}"/>
          </ac:spMkLst>
        </pc:spChg>
        <pc:spChg chg="mod">
          <ac:chgData name="Marcela Marajó" userId="e1e9d154-6985-4777-845c-2aecf36e787a" providerId="ADAL" clId="{1A09C1BB-A329-4F3E-8454-BBABBEF1D96C}" dt="2026-07-13T19:16:18.995" v="31"/>
          <ac:spMkLst>
            <pc:docMk/>
            <pc:sldMk cId="0" sldId="256"/>
            <ac:spMk id="78" creationId="{A4282F0C-82D5-2C53-D131-F56C716BEFB8}"/>
          </ac:spMkLst>
        </pc:spChg>
        <pc:spChg chg="mod">
          <ac:chgData name="Marcela Marajó" userId="e1e9d154-6985-4777-845c-2aecf36e787a" providerId="ADAL" clId="{1A09C1BB-A329-4F3E-8454-BBABBEF1D96C}" dt="2026-07-13T19:16:22.935" v="32"/>
          <ac:spMkLst>
            <pc:docMk/>
            <pc:sldMk cId="0" sldId="256"/>
            <ac:spMk id="82" creationId="{7D6FA05E-925C-0304-5BBC-4FC564C40D0D}"/>
          </ac:spMkLst>
        </pc:spChg>
        <pc:spChg chg="mod">
          <ac:chgData name="Marcela Marajó" userId="e1e9d154-6985-4777-845c-2aecf36e787a" providerId="ADAL" clId="{1A09C1BB-A329-4F3E-8454-BBABBEF1D96C}" dt="2026-07-13T19:16:26.836" v="33"/>
          <ac:spMkLst>
            <pc:docMk/>
            <pc:sldMk cId="0" sldId="256"/>
            <ac:spMk id="93" creationId="{2A3866DE-AFC6-6260-C975-12B4D6CF943D}"/>
          </ac:spMkLst>
        </pc:spChg>
        <pc:spChg chg="mod topLvl">
          <ac:chgData name="Marcela Marajó" userId="e1e9d154-6985-4777-845c-2aecf36e787a" providerId="ADAL" clId="{1A09C1BB-A329-4F3E-8454-BBABBEF1D96C}" dt="2026-07-13T19:12:35.435" v="28"/>
          <ac:spMkLst>
            <pc:docMk/>
            <pc:sldMk cId="0" sldId="256"/>
            <ac:spMk id="99" creationId="{00000000-0000-0000-0000-000000000000}"/>
          </ac:spMkLst>
        </pc:spChg>
        <pc:spChg chg="mod">
          <ac:chgData name="Marcela Marajó" userId="e1e9d154-6985-4777-845c-2aecf36e787a" providerId="ADAL" clId="{1A09C1BB-A329-4F3E-8454-BBABBEF1D96C}" dt="2026-07-13T19:12:03.416" v="26"/>
          <ac:spMkLst>
            <pc:docMk/>
            <pc:sldMk cId="0" sldId="256"/>
            <ac:spMk id="100" creationId="{00000000-0000-0000-0000-000000000000}"/>
          </ac:spMkLst>
        </pc:spChg>
        <pc:spChg chg="mod">
          <ac:chgData name="Marcela Marajó" userId="e1e9d154-6985-4777-845c-2aecf36e787a" providerId="ADAL" clId="{1A09C1BB-A329-4F3E-8454-BBABBEF1D96C}" dt="2026-07-13T19:03:18.897" v="23" actId="164"/>
          <ac:spMkLst>
            <pc:docMk/>
            <pc:sldMk cId="0" sldId="256"/>
            <ac:spMk id="104" creationId="{00000000-0000-0000-0000-000000000000}"/>
          </ac:spMkLst>
        </pc:spChg>
        <pc:spChg chg="mod">
          <ac:chgData name="Marcela Marajó" userId="e1e9d154-6985-4777-845c-2aecf36e787a" providerId="ADAL" clId="{1A09C1BB-A329-4F3E-8454-BBABBEF1D96C}" dt="2026-07-13T19:03:17.042" v="22" actId="164"/>
          <ac:spMkLst>
            <pc:docMk/>
            <pc:sldMk cId="0" sldId="256"/>
            <ac:spMk id="109" creationId="{00000000-0000-0000-0000-000000000000}"/>
          </ac:spMkLst>
        </pc:spChg>
        <pc:spChg chg="mod">
          <ac:chgData name="Marcela Marajó" userId="e1e9d154-6985-4777-845c-2aecf36e787a" providerId="ADAL" clId="{1A09C1BB-A329-4F3E-8454-BBABBEF1D96C}" dt="2026-07-13T19:16:32.112" v="34"/>
          <ac:spMkLst>
            <pc:docMk/>
            <pc:sldMk cId="0" sldId="256"/>
            <ac:spMk id="112" creationId="{6394F099-523E-A9A5-33B4-AEA4F2F6A05B}"/>
          </ac:spMkLst>
        </pc:spChg>
        <pc:spChg chg="mod">
          <ac:chgData name="Marcela Marajó" userId="e1e9d154-6985-4777-845c-2aecf36e787a" providerId="ADAL" clId="{1A09C1BB-A329-4F3E-8454-BBABBEF1D96C}" dt="2026-07-13T19:03:13.563" v="21" actId="164"/>
          <ac:spMkLst>
            <pc:docMk/>
            <pc:sldMk cId="0" sldId="256"/>
            <ac:spMk id="114" creationId="{00000000-0000-0000-0000-000000000000}"/>
          </ac:spMkLst>
        </pc:spChg>
        <pc:spChg chg="mod">
          <ac:chgData name="Marcela Marajó" userId="e1e9d154-6985-4777-845c-2aecf36e787a" providerId="ADAL" clId="{1A09C1BB-A329-4F3E-8454-BBABBEF1D96C}" dt="2026-07-13T19:03:11.792" v="20" actId="164"/>
          <ac:spMkLst>
            <pc:docMk/>
            <pc:sldMk cId="0" sldId="256"/>
            <ac:spMk id="119" creationId="{00000000-0000-0000-0000-000000000000}"/>
          </ac:spMkLst>
        </pc:spChg>
        <pc:spChg chg="mod">
          <ac:chgData name="Marcela Marajó" userId="e1e9d154-6985-4777-845c-2aecf36e787a" providerId="ADAL" clId="{1A09C1BB-A329-4F3E-8454-BBABBEF1D96C}" dt="2026-07-13T19:16:36.035" v="35"/>
          <ac:spMkLst>
            <pc:docMk/>
            <pc:sldMk cId="0" sldId="256"/>
            <ac:spMk id="131" creationId="{0220FBE8-B7D8-9CCB-27E2-8CF7668CABE7}"/>
          </ac:spMkLst>
        </pc:spChg>
        <pc:spChg chg="mod topLvl">
          <ac:chgData name="Marcela Marajó" userId="e1e9d154-6985-4777-845c-2aecf36e787a" providerId="ADAL" clId="{1A09C1BB-A329-4F3E-8454-BBABBEF1D96C}" dt="2026-07-13T19:12:30.901" v="27" actId="165"/>
          <ac:spMkLst>
            <pc:docMk/>
            <pc:sldMk cId="0" sldId="256"/>
            <ac:spMk id="138" creationId="{00000000-0000-0000-0000-000000000000}"/>
          </ac:spMkLst>
        </pc:spChg>
        <pc:spChg chg="mod">
          <ac:chgData name="Marcela Marajó" userId="e1e9d154-6985-4777-845c-2aecf36e787a" providerId="ADAL" clId="{1A09C1BB-A329-4F3E-8454-BBABBEF1D96C}" dt="2026-07-13T19:03:18.897" v="23" actId="164"/>
          <ac:spMkLst>
            <pc:docMk/>
            <pc:sldMk cId="0" sldId="256"/>
            <ac:spMk id="139" creationId="{00000000-0000-0000-0000-000000000000}"/>
          </ac:spMkLst>
        </pc:spChg>
        <pc:spChg chg="mod">
          <ac:chgData name="Marcela Marajó" userId="e1e9d154-6985-4777-845c-2aecf36e787a" providerId="ADAL" clId="{1A09C1BB-A329-4F3E-8454-BBABBEF1D96C}" dt="2026-07-13T19:03:17.042" v="22" actId="164"/>
          <ac:spMkLst>
            <pc:docMk/>
            <pc:sldMk cId="0" sldId="256"/>
            <ac:spMk id="140" creationId="{00000000-0000-0000-0000-000000000000}"/>
          </ac:spMkLst>
        </pc:spChg>
        <pc:spChg chg="mod">
          <ac:chgData name="Marcela Marajó" userId="e1e9d154-6985-4777-845c-2aecf36e787a" providerId="ADAL" clId="{1A09C1BB-A329-4F3E-8454-BBABBEF1D96C}" dt="2026-07-13T19:03:13.563" v="21" actId="164"/>
          <ac:spMkLst>
            <pc:docMk/>
            <pc:sldMk cId="0" sldId="256"/>
            <ac:spMk id="141" creationId="{00000000-0000-0000-0000-000000000000}"/>
          </ac:spMkLst>
        </pc:spChg>
        <pc:spChg chg="mod">
          <ac:chgData name="Marcela Marajó" userId="e1e9d154-6985-4777-845c-2aecf36e787a" providerId="ADAL" clId="{1A09C1BB-A329-4F3E-8454-BBABBEF1D96C}" dt="2026-07-13T19:03:11.792" v="20" actId="164"/>
          <ac:spMkLst>
            <pc:docMk/>
            <pc:sldMk cId="0" sldId="256"/>
            <ac:spMk id="142" creationId="{00000000-0000-0000-0000-000000000000}"/>
          </ac:spMkLst>
        </pc:spChg>
        <pc:spChg chg="mod">
          <ac:chgData name="Marcela Marajó" userId="e1e9d154-6985-4777-845c-2aecf36e787a" providerId="ADAL" clId="{1A09C1BB-A329-4F3E-8454-BBABBEF1D96C}" dt="2026-07-13T19:16:40.520" v="36"/>
          <ac:spMkLst>
            <pc:docMk/>
            <pc:sldMk cId="0" sldId="256"/>
            <ac:spMk id="151" creationId="{4D3E66C2-1CBE-5879-DE48-BABAA4A2092E}"/>
          </ac:spMkLst>
        </pc:spChg>
        <pc:spChg chg="mod">
          <ac:chgData name="Marcela Marajó" userId="e1e9d154-6985-4777-845c-2aecf36e787a" providerId="ADAL" clId="{1A09C1BB-A329-4F3E-8454-BBABBEF1D96C}" dt="2026-07-13T19:16:44.948" v="37"/>
          <ac:spMkLst>
            <pc:docMk/>
            <pc:sldMk cId="0" sldId="256"/>
            <ac:spMk id="155" creationId="{C947CE27-EB50-5CDA-1390-8122212FE807}"/>
          </ac:spMkLst>
        </pc:spChg>
        <pc:spChg chg="mod">
          <ac:chgData name="Marcela Marajó" userId="e1e9d154-6985-4777-845c-2aecf36e787a" providerId="ADAL" clId="{1A09C1BB-A329-4F3E-8454-BBABBEF1D96C}" dt="2026-07-13T19:16:49.433" v="38"/>
          <ac:spMkLst>
            <pc:docMk/>
            <pc:sldMk cId="0" sldId="256"/>
            <ac:spMk id="159" creationId="{F0C1F845-CA50-1B55-74B7-73C0BA92D6E8}"/>
          </ac:spMkLst>
        </pc:spChg>
        <pc:grpChg chg="add mod">
          <ac:chgData name="Marcela Marajó" userId="e1e9d154-6985-4777-845c-2aecf36e787a" providerId="ADAL" clId="{1A09C1BB-A329-4F3E-8454-BBABBEF1D96C}" dt="2026-07-13T19:03:00.549" v="14" actId="164"/>
          <ac:grpSpMkLst>
            <pc:docMk/>
            <pc:sldMk cId="0" sldId="256"/>
            <ac:grpSpMk id="5" creationId="{25D7B8C6-B548-BB2C-0B6B-2479C0A3E4E5}"/>
          </ac:grpSpMkLst>
        </pc:grpChg>
        <pc:grpChg chg="add mod">
          <ac:chgData name="Marcela Marajó" userId="e1e9d154-6985-4777-845c-2aecf36e787a" providerId="ADAL" clId="{1A09C1BB-A329-4F3E-8454-BBABBEF1D96C}" dt="2026-07-13T19:03:02.428" v="15" actId="164"/>
          <ac:grpSpMkLst>
            <pc:docMk/>
            <pc:sldMk cId="0" sldId="256"/>
            <ac:grpSpMk id="10" creationId="{2F425A3D-78C0-B859-D81A-D3D09AEDA268}"/>
          </ac:grpSpMkLst>
        </pc:grpChg>
        <pc:grpChg chg="add mod">
          <ac:chgData name="Marcela Marajó" userId="e1e9d154-6985-4777-845c-2aecf36e787a" providerId="ADAL" clId="{1A09C1BB-A329-4F3E-8454-BBABBEF1D96C}" dt="2026-07-13T19:03:04.250" v="16" actId="164"/>
          <ac:grpSpMkLst>
            <pc:docMk/>
            <pc:sldMk cId="0" sldId="256"/>
            <ac:grpSpMk id="16" creationId="{A898D867-E9C7-F73B-3FCE-883351F967C2}"/>
          </ac:grpSpMkLst>
        </pc:grpChg>
        <pc:grpChg chg="add mod">
          <ac:chgData name="Marcela Marajó" userId="e1e9d154-6985-4777-845c-2aecf36e787a" providerId="ADAL" clId="{1A09C1BB-A329-4F3E-8454-BBABBEF1D96C}" dt="2026-07-13T19:03:06.110" v="17" actId="164"/>
          <ac:grpSpMkLst>
            <pc:docMk/>
            <pc:sldMk cId="0" sldId="256"/>
            <ac:grpSpMk id="17" creationId="{71422A94-7C20-F6C1-34E1-747C2B6C5FC9}"/>
          </ac:grpSpMkLst>
        </pc:grpChg>
        <pc:grpChg chg="add mod">
          <ac:chgData name="Marcela Marajó" userId="e1e9d154-6985-4777-845c-2aecf36e787a" providerId="ADAL" clId="{1A09C1BB-A329-4F3E-8454-BBABBEF1D96C}" dt="2026-07-13T19:03:08.241" v="18" actId="164"/>
          <ac:grpSpMkLst>
            <pc:docMk/>
            <pc:sldMk cId="0" sldId="256"/>
            <ac:grpSpMk id="18" creationId="{03AD5A18-5EE9-9A76-A771-C3DBC71DB0DA}"/>
          </ac:grpSpMkLst>
        </pc:grpChg>
        <pc:grpChg chg="add mod">
          <ac:chgData name="Marcela Marajó" userId="e1e9d154-6985-4777-845c-2aecf36e787a" providerId="ADAL" clId="{1A09C1BB-A329-4F3E-8454-BBABBEF1D96C}" dt="2026-07-13T19:03:10.011" v="19" actId="164"/>
          <ac:grpSpMkLst>
            <pc:docMk/>
            <pc:sldMk cId="0" sldId="256"/>
            <ac:grpSpMk id="19" creationId="{53EBFBCF-915D-92BD-9691-2F88B3EB1349}"/>
          </ac:grpSpMkLst>
        </pc:grpChg>
        <pc:grpChg chg="add mod">
          <ac:chgData name="Marcela Marajó" userId="e1e9d154-6985-4777-845c-2aecf36e787a" providerId="ADAL" clId="{1A09C1BB-A329-4F3E-8454-BBABBEF1D96C}" dt="2026-07-13T19:03:11.792" v="20" actId="164"/>
          <ac:grpSpMkLst>
            <pc:docMk/>
            <pc:sldMk cId="0" sldId="256"/>
            <ac:grpSpMk id="25" creationId="{992EE289-3222-ECE1-DBDC-18F0E6C673AA}"/>
          </ac:grpSpMkLst>
        </pc:grpChg>
        <pc:grpChg chg="add mod">
          <ac:chgData name="Marcela Marajó" userId="e1e9d154-6985-4777-845c-2aecf36e787a" providerId="ADAL" clId="{1A09C1BB-A329-4F3E-8454-BBABBEF1D96C}" dt="2026-07-13T19:03:13.563" v="21" actId="164"/>
          <ac:grpSpMkLst>
            <pc:docMk/>
            <pc:sldMk cId="0" sldId="256"/>
            <ac:grpSpMk id="30" creationId="{28C83C8D-7FC4-9214-8A44-7AAE10D6CB99}"/>
          </ac:grpSpMkLst>
        </pc:grpChg>
        <pc:grpChg chg="add mod">
          <ac:chgData name="Marcela Marajó" userId="e1e9d154-6985-4777-845c-2aecf36e787a" providerId="ADAL" clId="{1A09C1BB-A329-4F3E-8454-BBABBEF1D96C}" dt="2026-07-13T19:03:17.042" v="22" actId="164"/>
          <ac:grpSpMkLst>
            <pc:docMk/>
            <pc:sldMk cId="0" sldId="256"/>
            <ac:grpSpMk id="36" creationId="{8BD49B3F-A760-86E5-593B-7FB315DD84F1}"/>
          </ac:grpSpMkLst>
        </pc:grpChg>
        <pc:grpChg chg="add mod">
          <ac:chgData name="Marcela Marajó" userId="e1e9d154-6985-4777-845c-2aecf36e787a" providerId="ADAL" clId="{1A09C1BB-A329-4F3E-8454-BBABBEF1D96C}" dt="2026-07-13T19:03:18.897" v="23" actId="164"/>
          <ac:grpSpMkLst>
            <pc:docMk/>
            <pc:sldMk cId="0" sldId="256"/>
            <ac:grpSpMk id="37" creationId="{AC070648-F0B9-3CC9-F33A-8DE00C3E61C5}"/>
          </ac:grpSpMkLst>
        </pc:grpChg>
        <pc:grpChg chg="add del mod">
          <ac:chgData name="Marcela Marajó" userId="e1e9d154-6985-4777-845c-2aecf36e787a" providerId="ADAL" clId="{1A09C1BB-A329-4F3E-8454-BBABBEF1D96C}" dt="2026-07-13T19:12:30.901" v="27" actId="165"/>
          <ac:grpSpMkLst>
            <pc:docMk/>
            <pc:sldMk cId="0" sldId="256"/>
            <ac:grpSpMk id="38" creationId="{78FA8A4B-1146-A085-7A1F-F45B8FCA026B}"/>
          </ac:grpSpMkLst>
        </pc:grpChg>
      </pc:sldChg>
      <pc:sldChg chg="modSp">
        <pc:chgData name="Marcela Marajó" userId="e1e9d154-6985-4777-845c-2aecf36e787a" providerId="ADAL" clId="{1A09C1BB-A329-4F3E-8454-BBABBEF1D96C}" dt="2026-07-13T20:26:13.546" v="64"/>
        <pc:sldMkLst>
          <pc:docMk/>
          <pc:sldMk cId="1365431790" sldId="258"/>
        </pc:sldMkLst>
        <pc:spChg chg="mod">
          <ac:chgData name="Marcela Marajó" userId="e1e9d154-6985-4777-845c-2aecf36e787a" providerId="ADAL" clId="{1A09C1BB-A329-4F3E-8454-BBABBEF1D96C}" dt="2026-07-13T20:26:13.546" v="64"/>
          <ac:spMkLst>
            <pc:docMk/>
            <pc:sldMk cId="1365431790" sldId="258"/>
            <ac:spMk id="3" creationId="{5850F169-6586-1EE7-69EE-01DD28E72891}"/>
          </ac:spMkLst>
        </pc:spChg>
      </pc:sldChg>
      <pc:sldChg chg="addSp modSp mod">
        <pc:chgData name="Marcela Marajó" userId="e1e9d154-6985-4777-845c-2aecf36e787a" providerId="ADAL" clId="{1A09C1BB-A329-4F3E-8454-BBABBEF1D96C}" dt="2026-07-13T21:01:25.162" v="74" actId="20577"/>
        <pc:sldMkLst>
          <pc:docMk/>
          <pc:sldMk cId="1542444200" sldId="341"/>
        </pc:sldMkLst>
        <pc:spChg chg="add mod">
          <ac:chgData name="Marcela Marajó" userId="e1e9d154-6985-4777-845c-2aecf36e787a" providerId="ADAL" clId="{1A09C1BB-A329-4F3E-8454-BBABBEF1D96C}" dt="2026-07-13T18:55:03.183" v="11"/>
          <ac:spMkLst>
            <pc:docMk/>
            <pc:sldMk cId="1542444200" sldId="341"/>
            <ac:spMk id="3" creationId="{BDB08B91-5DCF-CD09-665E-26B91318F9E1}"/>
          </ac:spMkLst>
        </pc:spChg>
        <pc:spChg chg="add mod">
          <ac:chgData name="Marcela Marajó" userId="e1e9d154-6985-4777-845c-2aecf36e787a" providerId="ADAL" clId="{1A09C1BB-A329-4F3E-8454-BBABBEF1D96C}" dt="2026-07-13T18:55:03.183" v="11"/>
          <ac:spMkLst>
            <pc:docMk/>
            <pc:sldMk cId="1542444200" sldId="341"/>
            <ac:spMk id="6" creationId="{31044E5C-9F0A-08F7-ADDC-F103DA108648}"/>
          </ac:spMkLst>
        </pc:spChg>
        <pc:spChg chg="add mod">
          <ac:chgData name="Marcela Marajó" userId="e1e9d154-6985-4777-845c-2aecf36e787a" providerId="ADAL" clId="{1A09C1BB-A329-4F3E-8454-BBABBEF1D96C}" dt="2026-07-13T18:55:19.491" v="12"/>
          <ac:spMkLst>
            <pc:docMk/>
            <pc:sldMk cId="1542444200" sldId="341"/>
            <ac:spMk id="9" creationId="{DDED2FAB-CB9D-365A-35AD-788F7F19EA25}"/>
          </ac:spMkLst>
        </pc:spChg>
        <pc:spChg chg="add mod">
          <ac:chgData name="Marcela Marajó" userId="e1e9d154-6985-4777-845c-2aecf36e787a" providerId="ADAL" clId="{1A09C1BB-A329-4F3E-8454-BBABBEF1D96C}" dt="2026-07-13T21:01:25.162" v="74" actId="20577"/>
          <ac:spMkLst>
            <pc:docMk/>
            <pc:sldMk cId="1542444200" sldId="341"/>
            <ac:spMk id="11" creationId="{5A8F2BCC-8FC3-AEB8-D6E0-44C72F1EE524}"/>
          </ac:spMkLst>
        </pc:spChg>
        <pc:picChg chg="add mod">
          <ac:chgData name="Marcela Marajó" userId="e1e9d154-6985-4777-845c-2aecf36e787a" providerId="ADAL" clId="{1A09C1BB-A329-4F3E-8454-BBABBEF1D96C}" dt="2026-07-13T18:55:03.183" v="11"/>
          <ac:picMkLst>
            <pc:docMk/>
            <pc:sldMk cId="1542444200" sldId="341"/>
            <ac:picMk id="7" creationId="{3140E72A-40CF-E053-2C4E-9ED0751F452E}"/>
          </ac:picMkLst>
        </pc:picChg>
        <pc:picChg chg="add mod">
          <ac:chgData name="Marcela Marajó" userId="e1e9d154-6985-4777-845c-2aecf36e787a" providerId="ADAL" clId="{1A09C1BB-A329-4F3E-8454-BBABBEF1D96C}" dt="2026-07-13T18:55:19.491" v="12"/>
          <ac:picMkLst>
            <pc:docMk/>
            <pc:sldMk cId="1542444200" sldId="341"/>
            <ac:picMk id="16" creationId="{52FA5235-FCDB-E2A7-CCFF-0EF81E5F0936}"/>
          </ac:picMkLst>
        </pc:picChg>
        <pc:cxnChg chg="add mod">
          <ac:chgData name="Marcela Marajó" userId="e1e9d154-6985-4777-845c-2aecf36e787a" providerId="ADAL" clId="{1A09C1BB-A329-4F3E-8454-BBABBEF1D96C}" dt="2026-07-13T18:55:03.183" v="11"/>
          <ac:cxnSpMkLst>
            <pc:docMk/>
            <pc:sldMk cId="1542444200" sldId="341"/>
            <ac:cxnSpMk id="8" creationId="{A249EFBB-BA55-31A5-D8D9-6AEAE47F4135}"/>
          </ac:cxnSpMkLst>
        </pc:cxnChg>
        <pc:cxnChg chg="add mod">
          <ac:chgData name="Marcela Marajó" userId="e1e9d154-6985-4777-845c-2aecf36e787a" providerId="ADAL" clId="{1A09C1BB-A329-4F3E-8454-BBABBEF1D96C}" dt="2026-07-13T18:55:19.491" v="12"/>
          <ac:cxnSpMkLst>
            <pc:docMk/>
            <pc:sldMk cId="1542444200" sldId="341"/>
            <ac:cxnSpMk id="17" creationId="{2E94441F-E29D-97C5-F8B1-D20A19F59228}"/>
          </ac:cxnSpMkLst>
        </pc:cxnChg>
      </pc:sldChg>
      <pc:sldChg chg="addSp modSp add">
        <pc:chgData name="Marcela Marajó" userId="e1e9d154-6985-4777-845c-2aecf36e787a" providerId="ADAL" clId="{1A09C1BB-A329-4F3E-8454-BBABBEF1D96C}" dt="2026-07-13T19:25:40.013" v="50"/>
        <pc:sldMkLst>
          <pc:docMk/>
          <pc:sldMk cId="3805729342" sldId="1749"/>
        </pc:sldMkLst>
        <pc:spChg chg="add mod">
          <ac:chgData name="Marcela Marajó" userId="e1e9d154-6985-4777-845c-2aecf36e787a" providerId="ADAL" clId="{1A09C1BB-A329-4F3E-8454-BBABBEF1D96C}" dt="2026-07-13T19:25:40.013" v="50"/>
          <ac:spMkLst>
            <pc:docMk/>
            <pc:sldMk cId="3805729342" sldId="1749"/>
            <ac:spMk id="3" creationId="{DD4999E0-D4B2-5A23-EAA3-D0A8253330BA}"/>
          </ac:spMkLst>
        </pc:spChg>
      </pc:sldChg>
      <pc:sldChg chg="add">
        <pc:chgData name="Marcela Marajó" userId="e1e9d154-6985-4777-845c-2aecf36e787a" providerId="ADAL" clId="{1A09C1BB-A329-4F3E-8454-BBABBEF1D96C}" dt="2026-07-13T18:59:54.466" v="13"/>
        <pc:sldMkLst>
          <pc:docMk/>
          <pc:sldMk cId="3814540664" sldId="1750"/>
        </pc:sldMkLst>
      </pc:sldChg>
      <pc:sldChg chg="addSp modSp mod">
        <pc:chgData name="Marcela Marajó" userId="e1e9d154-6985-4777-845c-2aecf36e787a" providerId="ADAL" clId="{1A09C1BB-A329-4F3E-8454-BBABBEF1D96C}" dt="2026-07-14T14:35:45.055" v="125" actId="113"/>
        <pc:sldMkLst>
          <pc:docMk/>
          <pc:sldMk cId="51488222" sldId="1933"/>
        </pc:sldMkLst>
        <pc:spChg chg="add mod">
          <ac:chgData name="Marcela Marajó" userId="e1e9d154-6985-4777-845c-2aecf36e787a" providerId="ADAL" clId="{1A09C1BB-A329-4F3E-8454-BBABBEF1D96C}" dt="2026-07-13T19:25:40.881" v="51"/>
          <ac:spMkLst>
            <pc:docMk/>
            <pc:sldMk cId="51488222" sldId="1933"/>
            <ac:spMk id="2" creationId="{5D9AB090-4A77-79D8-9B5F-CC5DCA61CCAA}"/>
          </ac:spMkLst>
        </pc:spChg>
        <pc:spChg chg="mod">
          <ac:chgData name="Marcela Marajó" userId="e1e9d154-6985-4777-845c-2aecf36e787a" providerId="ADAL" clId="{1A09C1BB-A329-4F3E-8454-BBABBEF1D96C}" dt="2026-07-13T21:01:33.940" v="75" actId="207"/>
          <ac:spMkLst>
            <pc:docMk/>
            <pc:sldMk cId="51488222" sldId="1933"/>
            <ac:spMk id="28" creationId="{FA942BF6-17FA-9C16-EAFB-03C4DE63C782}"/>
          </ac:spMkLst>
        </pc:spChg>
        <pc:spChg chg="mod">
          <ac:chgData name="Marcela Marajó" userId="e1e9d154-6985-4777-845c-2aecf36e787a" providerId="ADAL" clId="{1A09C1BB-A329-4F3E-8454-BBABBEF1D96C}" dt="2026-07-14T14:35:45.055" v="125" actId="113"/>
          <ac:spMkLst>
            <pc:docMk/>
            <pc:sldMk cId="51488222" sldId="1933"/>
            <ac:spMk id="37" creationId="{DAA7D1F4-D767-3766-2E10-C80539AAA301}"/>
          </ac:spMkLst>
        </pc:spChg>
        <pc:spChg chg="mod">
          <ac:chgData name="Marcela Marajó" userId="e1e9d154-6985-4777-845c-2aecf36e787a" providerId="ADAL" clId="{1A09C1BB-A329-4F3E-8454-BBABBEF1D96C}" dt="2026-07-13T21:01:57.412" v="76" actId="207"/>
          <ac:spMkLst>
            <pc:docMk/>
            <pc:sldMk cId="51488222" sldId="1933"/>
            <ac:spMk id="41" creationId="{77D6F1B0-AA80-183E-CD2C-CA31B84D2483}"/>
          </ac:spMkLst>
        </pc:spChg>
      </pc:sldChg>
      <pc:sldChg chg="addSp delSp modSp mod">
        <pc:chgData name="Marcela Marajó" userId="e1e9d154-6985-4777-845c-2aecf36e787a" providerId="ADAL" clId="{1A09C1BB-A329-4F3E-8454-BBABBEF1D96C}" dt="2026-07-14T14:21:21.826" v="124" actId="20577"/>
        <pc:sldMkLst>
          <pc:docMk/>
          <pc:sldMk cId="375826702" sldId="1934"/>
        </pc:sldMkLst>
        <pc:spChg chg="mod">
          <ac:chgData name="Marcela Marajó" userId="e1e9d154-6985-4777-845c-2aecf36e787a" providerId="ADAL" clId="{1A09C1BB-A329-4F3E-8454-BBABBEF1D96C}" dt="2026-07-14T14:21:21.826" v="124" actId="20577"/>
          <ac:spMkLst>
            <pc:docMk/>
            <pc:sldMk cId="375826702" sldId="1934"/>
            <ac:spMk id="10" creationId="{807CAABE-33A1-A6C3-3477-70B6FCE21F70}"/>
          </ac:spMkLst>
        </pc:spChg>
        <pc:picChg chg="add del">
          <ac:chgData name="Marcela Marajó" userId="e1e9d154-6985-4777-845c-2aecf36e787a" providerId="ADAL" clId="{1A09C1BB-A329-4F3E-8454-BBABBEF1D96C}" dt="2026-07-14T14:18:40.193" v="96" actId="22"/>
          <ac:picMkLst>
            <pc:docMk/>
            <pc:sldMk cId="375826702" sldId="1934"/>
            <ac:picMk id="5" creationId="{DA8D7A60-1640-BF80-382B-1D001CFCE064}"/>
          </ac:picMkLst>
        </pc:picChg>
      </pc:sldChg>
      <pc:sldChg chg="modSp ord">
        <pc:chgData name="Marcela Marajó" userId="e1e9d154-6985-4777-845c-2aecf36e787a" providerId="ADAL" clId="{1A09C1BB-A329-4F3E-8454-BBABBEF1D96C}" dt="2026-07-13T20:27:59.750" v="66"/>
        <pc:sldMkLst>
          <pc:docMk/>
          <pc:sldMk cId="3959081427" sldId="1935"/>
        </pc:sldMkLst>
        <pc:spChg chg="mod">
          <ac:chgData name="Marcela Marajó" userId="e1e9d154-6985-4777-845c-2aecf36e787a" providerId="ADAL" clId="{1A09C1BB-A329-4F3E-8454-BBABBEF1D96C}" dt="2026-07-13T20:27:59.750" v="66"/>
          <ac:spMkLst>
            <pc:docMk/>
            <pc:sldMk cId="3959081427" sldId="1935"/>
            <ac:spMk id="3" creationId="{A123363F-6D49-5959-3654-657D95CC3E44}"/>
          </ac:spMkLst>
        </pc:spChg>
      </pc:sldChg>
      <pc:sldChg chg="modSp">
        <pc:chgData name="Marcela Marajó" userId="e1e9d154-6985-4777-845c-2aecf36e787a" providerId="ADAL" clId="{1A09C1BB-A329-4F3E-8454-BBABBEF1D96C}" dt="2026-07-13T20:38:49.949" v="68"/>
        <pc:sldMkLst>
          <pc:docMk/>
          <pc:sldMk cId="106750839" sldId="1936"/>
        </pc:sldMkLst>
        <pc:spChg chg="mod">
          <ac:chgData name="Marcela Marajó" userId="e1e9d154-6985-4777-845c-2aecf36e787a" providerId="ADAL" clId="{1A09C1BB-A329-4F3E-8454-BBABBEF1D96C}" dt="2026-07-13T20:24:38.554" v="63"/>
          <ac:spMkLst>
            <pc:docMk/>
            <pc:sldMk cId="106750839" sldId="1936"/>
            <ac:spMk id="10" creationId="{1DA78774-521C-535B-D7FF-E0EB92DED365}"/>
          </ac:spMkLst>
        </pc:spChg>
        <pc:spChg chg="mod">
          <ac:chgData name="Marcela Marajó" userId="e1e9d154-6985-4777-845c-2aecf36e787a" providerId="ADAL" clId="{1A09C1BB-A329-4F3E-8454-BBABBEF1D96C}" dt="2026-07-13T20:38:49.949" v="68"/>
          <ac:spMkLst>
            <pc:docMk/>
            <pc:sldMk cId="106750839" sldId="1936"/>
            <ac:spMk id="12" creationId="{DBF89D18-DD27-52DC-9D67-DB0905428C19}"/>
          </ac:spMkLst>
        </pc:spChg>
      </pc:sldChg>
      <pc:sldChg chg="modSp">
        <pc:chgData name="Marcela Marajó" userId="e1e9d154-6985-4777-845c-2aecf36e787a" providerId="ADAL" clId="{1A09C1BB-A329-4F3E-8454-BBABBEF1D96C}" dt="2026-07-13T20:22:30.693" v="54"/>
        <pc:sldMkLst>
          <pc:docMk/>
          <pc:sldMk cId="1301142864" sldId="1937"/>
        </pc:sldMkLst>
        <pc:spChg chg="mod">
          <ac:chgData name="Marcela Marajó" userId="e1e9d154-6985-4777-845c-2aecf36e787a" providerId="ADAL" clId="{1A09C1BB-A329-4F3E-8454-BBABBEF1D96C}" dt="2026-07-13T20:22:30.693" v="54"/>
          <ac:spMkLst>
            <pc:docMk/>
            <pc:sldMk cId="1301142864" sldId="1937"/>
            <ac:spMk id="10" creationId="{6A628BFD-3A8F-1B0E-B99E-EAC64ACFC0CB}"/>
          </ac:spMkLst>
        </pc:spChg>
      </pc:sldChg>
      <pc:sldChg chg="add del setBg">
        <pc:chgData name="Marcela Marajó" userId="e1e9d154-6985-4777-845c-2aecf36e787a" providerId="ADAL" clId="{1A09C1BB-A329-4F3E-8454-BBABBEF1D96C}" dt="2026-07-13T18:53:05.127" v="3"/>
        <pc:sldMkLst>
          <pc:docMk/>
          <pc:sldMk cId="629692565" sldId="1957"/>
        </pc:sldMkLst>
      </pc:sldChg>
      <pc:sldChg chg="addSp modSp add ord setBg">
        <pc:chgData name="Marcela Marajó" userId="e1e9d154-6985-4777-845c-2aecf36e787a" providerId="ADAL" clId="{1A09C1BB-A329-4F3E-8454-BBABBEF1D96C}" dt="2026-07-13T18:53:30.954" v="7"/>
        <pc:sldMkLst>
          <pc:docMk/>
          <pc:sldMk cId="2295203596" sldId="1957"/>
        </pc:sldMkLst>
        <pc:spChg chg="add mod">
          <ac:chgData name="Marcela Marajó" userId="e1e9d154-6985-4777-845c-2aecf36e787a" providerId="ADAL" clId="{1A09C1BB-A329-4F3E-8454-BBABBEF1D96C}" dt="2026-07-13T18:53:20.878" v="6"/>
          <ac:spMkLst>
            <pc:docMk/>
            <pc:sldMk cId="2295203596" sldId="1957"/>
            <ac:spMk id="8" creationId="{AE585CEE-A4E5-6786-2B70-21E524E76C62}"/>
          </ac:spMkLst>
        </pc:spChg>
        <pc:spChg chg="add mod">
          <ac:chgData name="Marcela Marajó" userId="e1e9d154-6985-4777-845c-2aecf36e787a" providerId="ADAL" clId="{1A09C1BB-A329-4F3E-8454-BBABBEF1D96C}" dt="2026-07-13T18:53:20.878" v="6"/>
          <ac:spMkLst>
            <pc:docMk/>
            <pc:sldMk cId="2295203596" sldId="1957"/>
            <ac:spMk id="9" creationId="{DE1C275E-32CC-D585-774B-0AD166AA9A95}"/>
          </ac:spMkLst>
        </pc:spChg>
        <pc:spChg chg="add mod">
          <ac:chgData name="Marcela Marajó" userId="e1e9d154-6985-4777-845c-2aecf36e787a" providerId="ADAL" clId="{1A09C1BB-A329-4F3E-8454-BBABBEF1D96C}" dt="2026-07-13T18:53:20.878" v="6"/>
          <ac:spMkLst>
            <pc:docMk/>
            <pc:sldMk cId="2295203596" sldId="1957"/>
            <ac:spMk id="17" creationId="{D97D2395-E404-5B3A-5987-89288C19233A}"/>
          </ac:spMkLst>
        </pc:spChg>
        <pc:spChg chg="add mod">
          <ac:chgData name="Marcela Marajó" userId="e1e9d154-6985-4777-845c-2aecf36e787a" providerId="ADAL" clId="{1A09C1BB-A329-4F3E-8454-BBABBEF1D96C}" dt="2026-07-13T18:53:30.954" v="7"/>
          <ac:spMkLst>
            <pc:docMk/>
            <pc:sldMk cId="2295203596" sldId="1957"/>
            <ac:spMk id="24" creationId="{B25D1771-5AC0-43DE-CD37-6A32382D1189}"/>
          </ac:spMkLst>
        </pc:spChg>
        <pc:spChg chg="add mod">
          <ac:chgData name="Marcela Marajó" userId="e1e9d154-6985-4777-845c-2aecf36e787a" providerId="ADAL" clId="{1A09C1BB-A329-4F3E-8454-BBABBEF1D96C}" dt="2026-07-13T18:53:30.954" v="7"/>
          <ac:spMkLst>
            <pc:docMk/>
            <pc:sldMk cId="2295203596" sldId="1957"/>
            <ac:spMk id="25" creationId="{C7F8CA9A-7F68-CA19-A6FA-70CB30E59B99}"/>
          </ac:spMkLst>
        </pc:spChg>
        <pc:spChg chg="add mod">
          <ac:chgData name="Marcela Marajó" userId="e1e9d154-6985-4777-845c-2aecf36e787a" providerId="ADAL" clId="{1A09C1BB-A329-4F3E-8454-BBABBEF1D96C}" dt="2026-07-13T18:53:30.954" v="7"/>
          <ac:spMkLst>
            <pc:docMk/>
            <pc:sldMk cId="2295203596" sldId="1957"/>
            <ac:spMk id="28" creationId="{D0AE8A8B-2666-D826-77E8-C4C455713A4F}"/>
          </ac:spMkLst>
        </pc:spChg>
        <pc:spChg chg="add mod">
          <ac:chgData name="Marcela Marajó" userId="e1e9d154-6985-4777-845c-2aecf36e787a" providerId="ADAL" clId="{1A09C1BB-A329-4F3E-8454-BBABBEF1D96C}" dt="2026-07-13T18:53:30.954" v="7"/>
          <ac:spMkLst>
            <pc:docMk/>
            <pc:sldMk cId="2295203596" sldId="1957"/>
            <ac:spMk id="29" creationId="{BFB17DA8-62AB-1300-6EA1-CF88FDBBA6D2}"/>
          </ac:spMkLst>
        </pc:spChg>
        <pc:picChg chg="add mod">
          <ac:chgData name="Marcela Marajó" userId="e1e9d154-6985-4777-845c-2aecf36e787a" providerId="ADAL" clId="{1A09C1BB-A329-4F3E-8454-BBABBEF1D96C}" dt="2026-07-13T18:53:20.878" v="6"/>
          <ac:picMkLst>
            <pc:docMk/>
            <pc:sldMk cId="2295203596" sldId="1957"/>
            <ac:picMk id="3" creationId="{8D5CF282-911A-5FAF-C63A-DE97025F4858}"/>
          </ac:picMkLst>
        </pc:picChg>
        <pc:picChg chg="add mod">
          <ac:chgData name="Marcela Marajó" userId="e1e9d154-6985-4777-845c-2aecf36e787a" providerId="ADAL" clId="{1A09C1BB-A329-4F3E-8454-BBABBEF1D96C}" dt="2026-07-13T18:53:20.878" v="6"/>
          <ac:picMkLst>
            <pc:docMk/>
            <pc:sldMk cId="2295203596" sldId="1957"/>
            <ac:picMk id="11" creationId="{CC6F8E30-D5C8-0C37-A19A-30D21848E47B}"/>
          </ac:picMkLst>
        </pc:picChg>
        <pc:picChg chg="add mod">
          <ac:chgData name="Marcela Marajó" userId="e1e9d154-6985-4777-845c-2aecf36e787a" providerId="ADAL" clId="{1A09C1BB-A329-4F3E-8454-BBABBEF1D96C}" dt="2026-07-13T18:53:20.878" v="6"/>
          <ac:picMkLst>
            <pc:docMk/>
            <pc:sldMk cId="2295203596" sldId="1957"/>
            <ac:picMk id="16" creationId="{16D9894C-06FB-E174-10D6-08AF4AD26F07}"/>
          </ac:picMkLst>
        </pc:picChg>
        <pc:picChg chg="add mod">
          <ac:chgData name="Marcela Marajó" userId="e1e9d154-6985-4777-845c-2aecf36e787a" providerId="ADAL" clId="{1A09C1BB-A329-4F3E-8454-BBABBEF1D96C}" dt="2026-07-13T18:53:20.878" v="6"/>
          <ac:picMkLst>
            <pc:docMk/>
            <pc:sldMk cId="2295203596" sldId="1957"/>
            <ac:picMk id="19" creationId="{B540A9B0-73E3-D374-F1E1-F1015ED9EB72}"/>
          </ac:picMkLst>
        </pc:picChg>
        <pc:picChg chg="add mod">
          <ac:chgData name="Marcela Marajó" userId="e1e9d154-6985-4777-845c-2aecf36e787a" providerId="ADAL" clId="{1A09C1BB-A329-4F3E-8454-BBABBEF1D96C}" dt="2026-07-13T18:53:20.878" v="6"/>
          <ac:picMkLst>
            <pc:docMk/>
            <pc:sldMk cId="2295203596" sldId="1957"/>
            <ac:picMk id="20" creationId="{0DEEB4B0-1E2B-A006-106C-76F03FF5FAAC}"/>
          </ac:picMkLst>
        </pc:picChg>
        <pc:picChg chg="add mod">
          <ac:chgData name="Marcela Marajó" userId="e1e9d154-6985-4777-845c-2aecf36e787a" providerId="ADAL" clId="{1A09C1BB-A329-4F3E-8454-BBABBEF1D96C}" dt="2026-07-13T18:53:20.878" v="6"/>
          <ac:picMkLst>
            <pc:docMk/>
            <pc:sldMk cId="2295203596" sldId="1957"/>
            <ac:picMk id="21" creationId="{37034B7E-50AE-46B5-DF70-7EDAC7C14EC3}"/>
          </ac:picMkLst>
        </pc:picChg>
        <pc:picChg chg="add mod">
          <ac:chgData name="Marcela Marajó" userId="e1e9d154-6985-4777-845c-2aecf36e787a" providerId="ADAL" clId="{1A09C1BB-A329-4F3E-8454-BBABBEF1D96C}" dt="2026-07-13T18:53:30.954" v="7"/>
          <ac:picMkLst>
            <pc:docMk/>
            <pc:sldMk cId="2295203596" sldId="1957"/>
            <ac:picMk id="23" creationId="{A71D5999-505B-713A-5681-8DEF53483502}"/>
          </ac:picMkLst>
        </pc:picChg>
        <pc:picChg chg="add mod">
          <ac:chgData name="Marcela Marajó" userId="e1e9d154-6985-4777-845c-2aecf36e787a" providerId="ADAL" clId="{1A09C1BB-A329-4F3E-8454-BBABBEF1D96C}" dt="2026-07-13T18:53:30.954" v="7"/>
          <ac:picMkLst>
            <pc:docMk/>
            <pc:sldMk cId="2295203596" sldId="1957"/>
            <ac:picMk id="26" creationId="{720AE2A3-4A70-DB52-F7F4-61455DC4BC4C}"/>
          </ac:picMkLst>
        </pc:picChg>
        <pc:picChg chg="add mod">
          <ac:chgData name="Marcela Marajó" userId="e1e9d154-6985-4777-845c-2aecf36e787a" providerId="ADAL" clId="{1A09C1BB-A329-4F3E-8454-BBABBEF1D96C}" dt="2026-07-13T18:53:30.954" v="7"/>
          <ac:picMkLst>
            <pc:docMk/>
            <pc:sldMk cId="2295203596" sldId="1957"/>
            <ac:picMk id="27" creationId="{0A5D0D3C-423A-727E-F762-E125C3069C07}"/>
          </ac:picMkLst>
        </pc:picChg>
        <pc:picChg chg="add mod">
          <ac:chgData name="Marcela Marajó" userId="e1e9d154-6985-4777-845c-2aecf36e787a" providerId="ADAL" clId="{1A09C1BB-A329-4F3E-8454-BBABBEF1D96C}" dt="2026-07-13T18:53:30.954" v="7"/>
          <ac:picMkLst>
            <pc:docMk/>
            <pc:sldMk cId="2295203596" sldId="1957"/>
            <ac:picMk id="30" creationId="{32ED28F7-E2CF-E33F-B37C-5B25A8069F0E}"/>
          </ac:picMkLst>
        </pc:picChg>
        <pc:picChg chg="add mod">
          <ac:chgData name="Marcela Marajó" userId="e1e9d154-6985-4777-845c-2aecf36e787a" providerId="ADAL" clId="{1A09C1BB-A329-4F3E-8454-BBABBEF1D96C}" dt="2026-07-13T18:53:30.954" v="7"/>
          <ac:picMkLst>
            <pc:docMk/>
            <pc:sldMk cId="2295203596" sldId="1957"/>
            <ac:picMk id="31" creationId="{89E78C0E-CED1-71E4-5F92-FACF28CA8F4F}"/>
          </ac:picMkLst>
        </pc:picChg>
        <pc:picChg chg="add mod">
          <ac:chgData name="Marcela Marajó" userId="e1e9d154-6985-4777-845c-2aecf36e787a" providerId="ADAL" clId="{1A09C1BB-A329-4F3E-8454-BBABBEF1D96C}" dt="2026-07-13T18:53:30.954" v="7"/>
          <ac:picMkLst>
            <pc:docMk/>
            <pc:sldMk cId="2295203596" sldId="1957"/>
            <ac:picMk id="32" creationId="{B3717AD1-6863-64AB-1BB4-7EFFBF24A51F}"/>
          </ac:picMkLst>
        </pc:picChg>
        <pc:cxnChg chg="add mod">
          <ac:chgData name="Marcela Marajó" userId="e1e9d154-6985-4777-845c-2aecf36e787a" providerId="ADAL" clId="{1A09C1BB-A329-4F3E-8454-BBABBEF1D96C}" dt="2026-07-13T18:53:20.878" v="6"/>
          <ac:cxnSpMkLst>
            <pc:docMk/>
            <pc:sldMk cId="2295203596" sldId="1957"/>
            <ac:cxnSpMk id="22" creationId="{4D54C465-72E2-C15C-EA3C-A15B9E29D394}"/>
          </ac:cxnSpMkLst>
        </pc:cxnChg>
      </pc:sldChg>
      <pc:sldChg chg="add del setBg">
        <pc:chgData name="Marcela Marajó" userId="e1e9d154-6985-4777-845c-2aecf36e787a" providerId="ADAL" clId="{1A09C1BB-A329-4F3E-8454-BBABBEF1D96C}" dt="2026-07-13T18:52:55.158" v="1"/>
        <pc:sldMkLst>
          <pc:docMk/>
          <pc:sldMk cId="3308862925" sldId="1957"/>
        </pc:sldMkLst>
      </pc:sldChg>
      <pc:sldChg chg="addSp modSp">
        <pc:chgData name="Marcela Marajó" userId="e1e9d154-6985-4777-845c-2aecf36e787a" providerId="ADAL" clId="{1A09C1BB-A329-4F3E-8454-BBABBEF1D96C}" dt="2026-07-13T18:54:09.651" v="10"/>
        <pc:sldMkLst>
          <pc:docMk/>
          <pc:sldMk cId="3395779264" sldId="1958"/>
        </pc:sldMkLst>
        <pc:spChg chg="add mod">
          <ac:chgData name="Marcela Marajó" userId="e1e9d154-6985-4777-845c-2aecf36e787a" providerId="ADAL" clId="{1A09C1BB-A329-4F3E-8454-BBABBEF1D96C}" dt="2026-07-13T18:53:58.102" v="8"/>
          <ac:spMkLst>
            <pc:docMk/>
            <pc:sldMk cId="3395779264" sldId="1958"/>
            <ac:spMk id="6" creationId="{2748492A-D347-A545-17BC-848D8D1C6C7F}"/>
          </ac:spMkLst>
        </pc:spChg>
        <pc:spChg chg="add mod">
          <ac:chgData name="Marcela Marajó" userId="e1e9d154-6985-4777-845c-2aecf36e787a" providerId="ADAL" clId="{1A09C1BB-A329-4F3E-8454-BBABBEF1D96C}" dt="2026-07-13T18:54:09.651" v="10"/>
          <ac:spMkLst>
            <pc:docMk/>
            <pc:sldMk cId="3395779264" sldId="1958"/>
            <ac:spMk id="7" creationId="{42708B16-80EF-F2AD-9EFE-0AA5B1CE71C9}"/>
          </ac:spMkLst>
        </pc:spChg>
        <pc:spChg chg="add mod">
          <ac:chgData name="Marcela Marajó" userId="e1e9d154-6985-4777-845c-2aecf36e787a" providerId="ADAL" clId="{1A09C1BB-A329-4F3E-8454-BBABBEF1D96C}" dt="2026-07-13T18:53:58.102" v="8"/>
          <ac:spMkLst>
            <pc:docMk/>
            <pc:sldMk cId="3395779264" sldId="1958"/>
            <ac:spMk id="11" creationId="{C2ACF4CE-F3A7-47D6-94B8-AA2B769FE6DB}"/>
          </ac:spMkLst>
        </pc:spChg>
        <pc:spChg chg="add mod">
          <ac:chgData name="Marcela Marajó" userId="e1e9d154-6985-4777-845c-2aecf36e787a" providerId="ADAL" clId="{1A09C1BB-A329-4F3E-8454-BBABBEF1D96C}" dt="2026-07-13T18:53:58.102" v="8"/>
          <ac:spMkLst>
            <pc:docMk/>
            <pc:sldMk cId="3395779264" sldId="1958"/>
            <ac:spMk id="16" creationId="{06258C36-CF36-4B40-9599-6B0C5C795D0E}"/>
          </ac:spMkLst>
        </pc:spChg>
        <pc:picChg chg="add mod">
          <ac:chgData name="Marcela Marajó" userId="e1e9d154-6985-4777-845c-2aecf36e787a" providerId="ADAL" clId="{1A09C1BB-A329-4F3E-8454-BBABBEF1D96C}" dt="2026-07-13T18:53:58.102" v="8"/>
          <ac:picMkLst>
            <pc:docMk/>
            <pc:sldMk cId="3395779264" sldId="1958"/>
            <ac:picMk id="3" creationId="{D63389E1-16D8-6224-D6F1-B3BBF2116623}"/>
          </ac:picMkLst>
        </pc:picChg>
        <pc:picChg chg="add mod">
          <ac:chgData name="Marcela Marajó" userId="e1e9d154-6985-4777-845c-2aecf36e787a" providerId="ADAL" clId="{1A09C1BB-A329-4F3E-8454-BBABBEF1D96C}" dt="2026-07-13T18:53:58.102" v="8"/>
          <ac:picMkLst>
            <pc:docMk/>
            <pc:sldMk cId="3395779264" sldId="1958"/>
            <ac:picMk id="8" creationId="{6CB86AC5-EFA9-131D-5C12-5860E6C86820}"/>
          </ac:picMkLst>
        </pc:picChg>
        <pc:picChg chg="add mod">
          <ac:chgData name="Marcela Marajó" userId="e1e9d154-6985-4777-845c-2aecf36e787a" providerId="ADAL" clId="{1A09C1BB-A329-4F3E-8454-BBABBEF1D96C}" dt="2026-07-13T18:53:58.102" v="8"/>
          <ac:picMkLst>
            <pc:docMk/>
            <pc:sldMk cId="3395779264" sldId="1958"/>
            <ac:picMk id="9" creationId="{A0B11FD3-A367-5B9A-F67D-B7B9F8DA8AEB}"/>
          </ac:picMkLst>
        </pc:picChg>
        <pc:picChg chg="add mod">
          <ac:chgData name="Marcela Marajó" userId="e1e9d154-6985-4777-845c-2aecf36e787a" providerId="ADAL" clId="{1A09C1BB-A329-4F3E-8454-BBABBEF1D96C}" dt="2026-07-13T18:53:58.102" v="8"/>
          <ac:picMkLst>
            <pc:docMk/>
            <pc:sldMk cId="3395779264" sldId="1958"/>
            <ac:picMk id="17" creationId="{EE6BE4FC-E4D7-34BF-1C9A-0A05304234B9}"/>
          </ac:picMkLst>
        </pc:picChg>
        <pc:picChg chg="add mod">
          <ac:chgData name="Marcela Marajó" userId="e1e9d154-6985-4777-845c-2aecf36e787a" providerId="ADAL" clId="{1A09C1BB-A329-4F3E-8454-BBABBEF1D96C}" dt="2026-07-13T18:53:58.102" v="8"/>
          <ac:picMkLst>
            <pc:docMk/>
            <pc:sldMk cId="3395779264" sldId="1958"/>
            <ac:picMk id="18" creationId="{AEA4E54D-527A-7458-9C4C-1C1DD1602CCC}"/>
          </ac:picMkLst>
        </pc:picChg>
        <pc:picChg chg="add mod">
          <ac:chgData name="Marcela Marajó" userId="e1e9d154-6985-4777-845c-2aecf36e787a" providerId="ADAL" clId="{1A09C1BB-A329-4F3E-8454-BBABBEF1D96C}" dt="2026-07-13T18:53:58.102" v="8"/>
          <ac:picMkLst>
            <pc:docMk/>
            <pc:sldMk cId="3395779264" sldId="1958"/>
            <ac:picMk id="19" creationId="{DE1E8642-207B-D885-8880-7317EC4C6835}"/>
          </ac:picMkLst>
        </pc:picChg>
      </pc:sldChg>
    </pc:docChg>
  </pc:docChgLst>
  <pc:docChgLst>
    <pc:chgData name="Priscila Damasio" userId="44e83ed5-f623-4739-a4a6-03b3f9441365" providerId="ADAL" clId="{AE0E522B-2F2F-4E77-A171-4D2DE882F9BC}"/>
    <pc:docChg chg="modSld">
      <pc:chgData name="Priscila Damasio" userId="44e83ed5-f623-4739-a4a6-03b3f9441365" providerId="ADAL" clId="{AE0E522B-2F2F-4E77-A171-4D2DE882F9BC}" dt="2026-07-14T21:08:03.593" v="37" actId="20577"/>
      <pc:docMkLst>
        <pc:docMk/>
      </pc:docMkLst>
      <pc:sldChg chg="modSp mod">
        <pc:chgData name="Priscila Damasio" userId="44e83ed5-f623-4739-a4a6-03b3f9441365" providerId="ADAL" clId="{AE0E522B-2F2F-4E77-A171-4D2DE882F9BC}" dt="2026-07-14T21:06:05.973" v="5" actId="20577"/>
        <pc:sldMkLst>
          <pc:docMk/>
          <pc:sldMk cId="1542444200" sldId="341"/>
        </pc:sldMkLst>
        <pc:spChg chg="mod">
          <ac:chgData name="Priscila Damasio" userId="44e83ed5-f623-4739-a4a6-03b3f9441365" providerId="ADAL" clId="{AE0E522B-2F2F-4E77-A171-4D2DE882F9BC}" dt="2026-07-14T21:06:05.973" v="5" actId="20577"/>
          <ac:spMkLst>
            <pc:docMk/>
            <pc:sldMk cId="1542444200" sldId="341"/>
            <ac:spMk id="11" creationId="{5A8F2BCC-8FC3-AEB8-D6E0-44C72F1EE524}"/>
          </ac:spMkLst>
        </pc:spChg>
      </pc:sldChg>
      <pc:sldChg chg="modSp mod">
        <pc:chgData name="Priscila Damasio" userId="44e83ed5-f623-4739-a4a6-03b3f9441365" providerId="ADAL" clId="{AE0E522B-2F2F-4E77-A171-4D2DE882F9BC}" dt="2026-07-14T21:08:03.593" v="37" actId="20577"/>
        <pc:sldMkLst>
          <pc:docMk/>
          <pc:sldMk cId="734960947" sldId="360"/>
        </pc:sldMkLst>
        <pc:spChg chg="mod">
          <ac:chgData name="Priscila Damasio" userId="44e83ed5-f623-4739-a4a6-03b3f9441365" providerId="ADAL" clId="{AE0E522B-2F2F-4E77-A171-4D2DE882F9BC}" dt="2026-07-14T21:08:03.593" v="37" actId="20577"/>
          <ac:spMkLst>
            <pc:docMk/>
            <pc:sldMk cId="734960947" sldId="360"/>
            <ac:spMk id="5" creationId="{CD141D04-18C2-2D2F-A87A-05C192765CEF}"/>
          </ac:spMkLst>
        </pc:spChg>
      </pc:sldChg>
      <pc:sldChg chg="mod modShow">
        <pc:chgData name="Priscila Damasio" userId="44e83ed5-f623-4739-a4a6-03b3f9441365" providerId="ADAL" clId="{AE0E522B-2F2F-4E77-A171-4D2DE882F9BC}" dt="2026-07-14T21:06:16.515" v="6" actId="729"/>
        <pc:sldMkLst>
          <pc:docMk/>
          <pc:sldMk cId="3805729342" sldId="1749"/>
        </pc:sldMkLst>
      </pc:sldChg>
      <pc:sldChg chg="mod modShow">
        <pc:chgData name="Priscila Damasio" userId="44e83ed5-f623-4739-a4a6-03b3f9441365" providerId="ADAL" clId="{AE0E522B-2F2F-4E77-A171-4D2DE882F9BC}" dt="2026-07-14T21:06:18.229" v="7" actId="729"/>
        <pc:sldMkLst>
          <pc:docMk/>
          <pc:sldMk cId="51488222" sldId="1933"/>
        </pc:sldMkLst>
      </pc:sldChg>
      <pc:sldChg chg="modSp mod">
        <pc:chgData name="Priscila Damasio" userId="44e83ed5-f623-4739-a4a6-03b3f9441365" providerId="ADAL" clId="{AE0E522B-2F2F-4E77-A171-4D2DE882F9BC}" dt="2026-07-14T21:07:38.376" v="28" actId="20577"/>
        <pc:sldMkLst>
          <pc:docMk/>
          <pc:sldMk cId="375826702" sldId="1934"/>
        </pc:sldMkLst>
        <pc:spChg chg="mod">
          <ac:chgData name="Priscila Damasio" userId="44e83ed5-f623-4739-a4a6-03b3f9441365" providerId="ADAL" clId="{AE0E522B-2F2F-4E77-A171-4D2DE882F9BC}" dt="2026-07-14T21:07:38.376" v="28" actId="20577"/>
          <ac:spMkLst>
            <pc:docMk/>
            <pc:sldMk cId="375826702" sldId="1934"/>
            <ac:spMk id="10" creationId="{807CAABE-33A1-A6C3-3477-70B6FCE21F70}"/>
          </ac:spMkLst>
        </pc:spChg>
      </pc:sldChg>
      <pc:sldChg chg="modSp mod">
        <pc:chgData name="Priscila Damasio" userId="44e83ed5-f623-4739-a4a6-03b3f9441365" providerId="ADAL" clId="{AE0E522B-2F2F-4E77-A171-4D2DE882F9BC}" dt="2026-07-14T21:07:20.927" v="22" actId="20577"/>
        <pc:sldMkLst>
          <pc:docMk/>
          <pc:sldMk cId="106750839" sldId="1936"/>
        </pc:sldMkLst>
        <pc:spChg chg="mod">
          <ac:chgData name="Priscila Damasio" userId="44e83ed5-f623-4739-a4a6-03b3f9441365" providerId="ADAL" clId="{AE0E522B-2F2F-4E77-A171-4D2DE882F9BC}" dt="2026-07-14T21:07:20.927" v="22" actId="20577"/>
          <ac:spMkLst>
            <pc:docMk/>
            <pc:sldMk cId="106750839" sldId="1936"/>
            <ac:spMk id="10" creationId="{1DA78774-521C-535B-D7FF-E0EB92DED365}"/>
          </ac:spMkLst>
        </pc:spChg>
      </pc:sldChg>
      <pc:sldChg chg="modSp mod">
        <pc:chgData name="Priscila Damasio" userId="44e83ed5-f623-4739-a4a6-03b3f9441365" providerId="ADAL" clId="{AE0E522B-2F2F-4E77-A171-4D2DE882F9BC}" dt="2026-07-14T21:07:12.431" v="12" actId="20577"/>
        <pc:sldMkLst>
          <pc:docMk/>
          <pc:sldMk cId="1301142864" sldId="1937"/>
        </pc:sldMkLst>
        <pc:spChg chg="mod">
          <ac:chgData name="Priscila Damasio" userId="44e83ed5-f623-4739-a4a6-03b3f9441365" providerId="ADAL" clId="{AE0E522B-2F2F-4E77-A171-4D2DE882F9BC}" dt="2026-07-14T21:07:12.431" v="12" actId="20577"/>
          <ac:spMkLst>
            <pc:docMk/>
            <pc:sldMk cId="1301142864" sldId="1937"/>
            <ac:spMk id="5" creationId="{B410CA59-4F4C-55CF-28D8-7927D673F187}"/>
          </ac:spMkLst>
        </pc:spChg>
      </pc:sldChg>
      <pc:sldChg chg="modSp mod">
        <pc:chgData name="Priscila Damasio" userId="44e83ed5-f623-4739-a4a6-03b3f9441365" providerId="ADAL" clId="{AE0E522B-2F2F-4E77-A171-4D2DE882F9BC}" dt="2026-07-14T21:07:16.319" v="17" actId="20577"/>
        <pc:sldMkLst>
          <pc:docMk/>
          <pc:sldMk cId="2979278789" sldId="1938"/>
        </pc:sldMkLst>
        <pc:spChg chg="mod">
          <ac:chgData name="Priscila Damasio" userId="44e83ed5-f623-4739-a4a6-03b3f9441365" providerId="ADAL" clId="{AE0E522B-2F2F-4E77-A171-4D2DE882F9BC}" dt="2026-07-14T21:07:16.319" v="17" actId="20577"/>
          <ac:spMkLst>
            <pc:docMk/>
            <pc:sldMk cId="2979278789" sldId="1938"/>
            <ac:spMk id="10" creationId="{0CD626BA-EA1B-4330-FC7C-F1B0CDC00065}"/>
          </ac:spMkLst>
        </pc:spChg>
      </pc:sldChg>
    </pc:docChg>
  </pc:docChgLst>
</pc:chgInfo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D8A7ADA-00A1-BDE3-9A60-CB15F681730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DC2197B-8BAA-26E1-FD4A-926A6BFFE77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840ECD8-D6A2-4DE1-BE36-29929AE0EA08}" type="datetimeFigureOut">
              <a:rPr lang="LID4096" smtClean="0"/>
              <a:t>07/14/2026</a:t>
            </a:fld>
            <a:endParaRPr lang="LID4096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DA0CBB-915A-E071-1F6E-CC541E01BD8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BA77A4A-FE70-3B5E-33E6-3DE493606DB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75B425F-AB43-4F2A-9D92-389452498CA3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32240096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FB1AAD6-495D-4C88-913E-6D77925F1DA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5F5B6A6-2D1E-405B-814F-CBA40FD47C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2321358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85CE64-3817-7842-8BB1-13778DAEC7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A8FFEE-91FF-2D40-BEE1-461B576CA2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29C755-45D4-9942-8B92-E71B14732AE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D6E494D5-60E0-45B3-B776-2CB2B13676D0}" type="datetimeFigureOut">
              <a:rPr lang="en-US" smtClean="0"/>
              <a:pPr>
                <a:defRPr/>
              </a:pPr>
              <a:t>7/14/2026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78C534-F30F-1945-BEC7-D4037FDA6F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B2DD8F-4CBD-B645-A13C-78A6D95BE9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6C02133D-A425-464E-BEE6-312200865E14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85274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85B697-3953-0549-912B-4A0BF2DA43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BA3C49-61B5-0040-9C5A-17EE42E292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27960A-D872-4546-B884-B151F862B70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B59DD694-C779-487F-B79C-B7112C31A7BD}" type="datetimeFigureOut">
              <a:rPr lang="en-US" smtClean="0"/>
              <a:pPr>
                <a:defRPr/>
              </a:pPr>
              <a:t>7/14/2026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FB2524-A2FA-B946-9D64-F4737FF0F9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BC0B8E-7E17-8E48-8112-25C2601D34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41ABFE52-3BB4-4AB6-B43E-EA2DA6E89D90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Google Shape;70;p1">
            <a:extLst>
              <a:ext uri="{FF2B5EF4-FFF2-40B4-BE49-F238E27FC236}">
                <a16:creationId xmlns:a16="http://schemas.microsoft.com/office/drawing/2014/main" id="{A4878C58-20C8-D6B6-7C9D-A8A9E78B4E46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8181474" y="274590"/>
            <a:ext cx="962526" cy="1089584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71;p1">
            <a:extLst>
              <a:ext uri="{FF2B5EF4-FFF2-40B4-BE49-F238E27FC236}">
                <a16:creationId xmlns:a16="http://schemas.microsoft.com/office/drawing/2014/main" id="{E59F188D-34F4-405C-E586-925A923D8C12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/>
          <a:stretch/>
        </p:blipFill>
        <p:spPr>
          <a:xfrm>
            <a:off x="8305206" y="391878"/>
            <a:ext cx="715062" cy="58992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97515382"/>
      </p:ext>
    </p:extLst>
  </p:cSld>
  <p:clrMapOvr>
    <a:masterClrMapping/>
  </p:clrMapOvr>
  <p:hf hd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499515-F7F5-EC47-BDDA-E78FC506C5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CB275B-990C-0F43-B903-96FA75D269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16F172-8A44-A440-A7D9-56D75ED23BA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EB240163-EC9C-434F-A8C8-15E36E9867C6}" type="datetimeFigureOut">
              <a:rPr lang="en-US" smtClean="0"/>
              <a:pPr>
                <a:defRPr/>
              </a:pPr>
              <a:t>7/14/2026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45D4B4-6B45-7647-B81F-9B274B40D8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5F67D2-817E-DB4B-B700-C57944C13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41ABFE52-3BB4-4AB6-B43E-EA2DA6E89D90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Google Shape;70;p1">
            <a:extLst>
              <a:ext uri="{FF2B5EF4-FFF2-40B4-BE49-F238E27FC236}">
                <a16:creationId xmlns:a16="http://schemas.microsoft.com/office/drawing/2014/main" id="{E2B0376D-15D4-62B1-753D-32171EB75FB8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8181474" y="274590"/>
            <a:ext cx="962526" cy="1089584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71;p1">
            <a:extLst>
              <a:ext uri="{FF2B5EF4-FFF2-40B4-BE49-F238E27FC236}">
                <a16:creationId xmlns:a16="http://schemas.microsoft.com/office/drawing/2014/main" id="{DFDC64BE-6717-666D-9D61-E40B590D1995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/>
          <a:stretch/>
        </p:blipFill>
        <p:spPr>
          <a:xfrm>
            <a:off x="8305206" y="391878"/>
            <a:ext cx="715062" cy="58992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641278631"/>
      </p:ext>
    </p:extLst>
  </p:cSld>
  <p:clrMapOvr>
    <a:masterClrMapping/>
  </p:clrMapOvr>
  <p:hf hdr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2EE248-69C6-524E-A93C-436FB8A0D5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65B763-70CD-2943-B561-5007BC13AE5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84744A7-08ED-6144-85CA-839CC89393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61AC3E-2E7C-324D-A3AB-92FC57BED11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2ED4ECAF-9E5D-442D-8146-18D047C35825}" type="datetimeFigureOut">
              <a:rPr lang="en-US" smtClean="0"/>
              <a:pPr>
                <a:defRPr/>
              </a:pPr>
              <a:t>7/14/2026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315D1F-E225-7443-BAA7-F79EC3129F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2D0D86-D9F1-1041-B424-A3059FD022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41ABFE52-3BB4-4AB6-B43E-EA2DA6E89D90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9" name="Google Shape;70;p1">
            <a:extLst>
              <a:ext uri="{FF2B5EF4-FFF2-40B4-BE49-F238E27FC236}">
                <a16:creationId xmlns:a16="http://schemas.microsoft.com/office/drawing/2014/main" id="{AB3684CA-101B-BDA0-96BD-004F9021C1BF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8181474" y="274590"/>
            <a:ext cx="962526" cy="108958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oogle Shape;71;p1">
            <a:extLst>
              <a:ext uri="{FF2B5EF4-FFF2-40B4-BE49-F238E27FC236}">
                <a16:creationId xmlns:a16="http://schemas.microsoft.com/office/drawing/2014/main" id="{096D3537-6F92-9371-7F29-65D95379FA83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/>
          <a:stretch/>
        </p:blipFill>
        <p:spPr>
          <a:xfrm>
            <a:off x="8305206" y="391878"/>
            <a:ext cx="715062" cy="58992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6426974"/>
      </p:ext>
    </p:extLst>
  </p:cSld>
  <p:clrMapOvr>
    <a:masterClrMapping/>
  </p:clrMapOvr>
  <p:hf hdr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B41CD3-F7CC-204B-B71B-E6EA615930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515E1A-0D83-FB46-A2F5-73C9717FFF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A801F6-D750-B64E-BCA0-1949B5AD17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32827A6-DED4-8147-B1F1-718187C8FCB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E3010CC-4C7B-8949-A63B-F26B56DC04F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01838CC-B868-EF4E-BEC1-F2B0F9D8D10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36BD0248-8A73-4A4D-A754-710360A503A5}" type="datetimeFigureOut">
              <a:rPr lang="en-US" smtClean="0"/>
              <a:pPr>
                <a:defRPr/>
              </a:pPr>
              <a:t>7/14/2026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904DBE1-9341-1544-953C-62949BD424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CEB0BF5-9900-F945-BDF0-CC9A4EEDCC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41ABFE52-3BB4-4AB6-B43E-EA2DA6E89D90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Google Shape;70;p1">
            <a:extLst>
              <a:ext uri="{FF2B5EF4-FFF2-40B4-BE49-F238E27FC236}">
                <a16:creationId xmlns:a16="http://schemas.microsoft.com/office/drawing/2014/main" id="{74D75C6B-D5E6-65CC-8D2C-2B7CD7395668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8181474" y="274590"/>
            <a:ext cx="962526" cy="108958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Google Shape;71;p1">
            <a:extLst>
              <a:ext uri="{FF2B5EF4-FFF2-40B4-BE49-F238E27FC236}">
                <a16:creationId xmlns:a16="http://schemas.microsoft.com/office/drawing/2014/main" id="{17BD6F2E-40E7-1494-9E36-E79A079DBEE5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/>
          <a:stretch/>
        </p:blipFill>
        <p:spPr>
          <a:xfrm>
            <a:off x="8305206" y="391878"/>
            <a:ext cx="715062" cy="58992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551245393"/>
      </p:ext>
    </p:extLst>
  </p:cSld>
  <p:clrMapOvr>
    <a:masterClrMapping/>
  </p:clrMapOvr>
  <p:hf hdr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7A2B5A-9BF2-E34D-A953-617EBC6E1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10CF7F5-F91F-BB4A-A3BC-71C8D67C067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23C28A5D-1B9A-424F-9BFB-0CB743D35041}" type="datetimeFigureOut">
              <a:rPr lang="en-US" smtClean="0"/>
              <a:pPr>
                <a:defRPr/>
              </a:pPr>
              <a:t>7/14/2026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09FE7C2-A9F2-A140-BD99-8CD09EED1E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BAEAB2F-7F3F-264A-B6F0-8B1B4DB3CD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41ABFE52-3BB4-4AB6-B43E-EA2DA6E89D90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Google Shape;70;p1">
            <a:extLst>
              <a:ext uri="{FF2B5EF4-FFF2-40B4-BE49-F238E27FC236}">
                <a16:creationId xmlns:a16="http://schemas.microsoft.com/office/drawing/2014/main" id="{D54F1D83-883E-BFA8-4DCE-3FF001AA57F3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8181474" y="274590"/>
            <a:ext cx="962526" cy="1089584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Google Shape;71;p1">
            <a:extLst>
              <a:ext uri="{FF2B5EF4-FFF2-40B4-BE49-F238E27FC236}">
                <a16:creationId xmlns:a16="http://schemas.microsoft.com/office/drawing/2014/main" id="{6E602F8F-8940-867B-2F2F-50CE59A83037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/>
          <a:stretch/>
        </p:blipFill>
        <p:spPr>
          <a:xfrm>
            <a:off x="8305206" y="391878"/>
            <a:ext cx="715062" cy="58992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40099251"/>
      </p:ext>
    </p:extLst>
  </p:cSld>
  <p:clrMapOvr>
    <a:masterClrMapping/>
  </p:clrMapOvr>
  <p:hf hdr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8FEA842-4D21-D143-8E0F-285C9F2957E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A932FE74-84CB-4EE6-9B0E-3F146E351E1D}" type="datetimeFigureOut">
              <a:rPr lang="en-US" smtClean="0"/>
              <a:pPr>
                <a:defRPr/>
              </a:pPr>
              <a:t>7/14/2026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100A037-FD53-754C-8563-53664A78A4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F4C081-FCB6-674F-8F6A-5AFC94C37E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41ABFE52-3BB4-4AB6-B43E-EA2DA6E89D90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6" name="Google Shape;70;p1">
            <a:extLst>
              <a:ext uri="{FF2B5EF4-FFF2-40B4-BE49-F238E27FC236}">
                <a16:creationId xmlns:a16="http://schemas.microsoft.com/office/drawing/2014/main" id="{B6DB6046-3122-00FC-0F2E-55A19C62B903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8181474" y="274590"/>
            <a:ext cx="962526" cy="1089584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71;p1">
            <a:extLst>
              <a:ext uri="{FF2B5EF4-FFF2-40B4-BE49-F238E27FC236}">
                <a16:creationId xmlns:a16="http://schemas.microsoft.com/office/drawing/2014/main" id="{5E707292-EFFF-B3DE-CA39-8B7740BEE437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/>
          <a:stretch/>
        </p:blipFill>
        <p:spPr>
          <a:xfrm>
            <a:off x="8305206" y="391878"/>
            <a:ext cx="715062" cy="58992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24144382"/>
      </p:ext>
    </p:extLst>
  </p:cSld>
  <p:clrMapOvr>
    <a:masterClrMapping/>
  </p:clrMapOvr>
  <p:hf hdr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EB923F-5CD8-BF43-8FF7-C03609A495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74A0C3-D1FC-E144-8705-5024D72058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1E02F9-BA13-F449-B188-3CD66927A6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6F2860-B011-F943-A343-51D167C5788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4AB02D15-DB56-485C-8489-76EB7FE2BAF7}" type="datetimeFigureOut">
              <a:rPr lang="en-US" smtClean="0"/>
              <a:pPr>
                <a:defRPr/>
              </a:pPr>
              <a:t>7/14/2026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B51FC9-7366-1A4A-923E-8B9482CD5D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AE10B6-C625-3F44-86EE-B82862E0D5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41ABFE52-3BB4-4AB6-B43E-EA2DA6E89D90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9" name="Google Shape;70;p1">
            <a:extLst>
              <a:ext uri="{FF2B5EF4-FFF2-40B4-BE49-F238E27FC236}">
                <a16:creationId xmlns:a16="http://schemas.microsoft.com/office/drawing/2014/main" id="{ADB640FD-0266-D928-B182-DFB43C32B8CB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8181474" y="274590"/>
            <a:ext cx="962526" cy="108958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oogle Shape;71;p1">
            <a:extLst>
              <a:ext uri="{FF2B5EF4-FFF2-40B4-BE49-F238E27FC236}">
                <a16:creationId xmlns:a16="http://schemas.microsoft.com/office/drawing/2014/main" id="{6A2973CD-E1CC-DEF1-564B-63960E19A538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/>
          <a:stretch/>
        </p:blipFill>
        <p:spPr>
          <a:xfrm>
            <a:off x="8305206" y="391878"/>
            <a:ext cx="715062" cy="58992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50662682"/>
      </p:ext>
    </p:extLst>
  </p:cSld>
  <p:clrMapOvr>
    <a:masterClrMapping/>
  </p:clrMapOvr>
  <p:hf hdr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DFAFB0-7BF9-294E-AB42-70555408F3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A58A764-2029-B44B-9AF9-265614D7279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79D6F3-5B18-0A47-8AA0-90EE5FE9E5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2CAF2-C1F9-9D4F-8F49-6A5A2AE6528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02F52450-9FC4-4E02-9D6A-269AFEE1FABF}" type="datetimeFigureOut">
              <a:rPr lang="en-US" smtClean="0"/>
              <a:pPr>
                <a:defRPr/>
              </a:pPr>
              <a:t>7/14/2026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FA7C50-F14C-7A4F-B428-077B2C9757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D23D0C-36BF-4C4E-9FC8-7A57DCFF38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41ABFE52-3BB4-4AB6-B43E-EA2DA6E89D90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9" name="Google Shape;70;p1">
            <a:extLst>
              <a:ext uri="{FF2B5EF4-FFF2-40B4-BE49-F238E27FC236}">
                <a16:creationId xmlns:a16="http://schemas.microsoft.com/office/drawing/2014/main" id="{BC955EE9-779C-7CEB-4130-13BAFF5C6DEE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8181474" y="274590"/>
            <a:ext cx="962526" cy="108958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oogle Shape;71;p1">
            <a:extLst>
              <a:ext uri="{FF2B5EF4-FFF2-40B4-BE49-F238E27FC236}">
                <a16:creationId xmlns:a16="http://schemas.microsoft.com/office/drawing/2014/main" id="{9225E327-E0AB-8FE6-C62E-BF3D5BC2017B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/>
          <a:stretch/>
        </p:blipFill>
        <p:spPr>
          <a:xfrm>
            <a:off x="8305206" y="391878"/>
            <a:ext cx="715062" cy="58992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283487314"/>
      </p:ext>
    </p:extLst>
  </p:cSld>
  <p:clrMapOvr>
    <a:masterClrMapping/>
  </p:clrMapOvr>
  <p:hf hdr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SRAF" userDrawn="1">
  <p:cSld name="ASRAF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4"/>
          <p:cNvSpPr txBox="1">
            <a:spLocks noGrp="1"/>
          </p:cNvSpPr>
          <p:nvPr>
            <p:ph type="title"/>
          </p:nvPr>
        </p:nvSpPr>
        <p:spPr>
          <a:xfrm>
            <a:off x="354772" y="889466"/>
            <a:ext cx="1672100" cy="326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  <a:defRPr lang="en-US" sz="1600" b="1" kern="1200" noProof="0" dirty="0">
                <a:solidFill>
                  <a:srgbClr val="002060"/>
                </a:solidFill>
                <a:latin typeface="Roboto Slab" pitchFamily="2" charset="0"/>
                <a:ea typeface="Roboto Slab" pitchFamily="2" charset="0"/>
                <a:cs typeface="+mj-c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lang="en-GB" noProof="0"/>
          </a:p>
        </p:txBody>
      </p:sp>
      <p:cxnSp>
        <p:nvCxnSpPr>
          <p:cNvPr id="28" name="Google Shape;28;p54"/>
          <p:cNvCxnSpPr/>
          <p:nvPr/>
        </p:nvCxnSpPr>
        <p:spPr>
          <a:xfrm>
            <a:off x="2026872" y="840760"/>
            <a:ext cx="0" cy="3345826"/>
          </a:xfrm>
          <a:prstGeom prst="straightConnector1">
            <a:avLst/>
          </a:prstGeom>
          <a:noFill/>
          <a:ln w="57150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AE5C8DC-A434-A2A5-45F5-DF16091E661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184400" y="803275"/>
            <a:ext cx="6116638" cy="3344863"/>
          </a:xfrm>
          <a:prstGeom prst="rect">
            <a:avLst/>
          </a:prstGeom>
        </p:spPr>
        <p:txBody>
          <a:bodyPr/>
          <a:lstStyle>
            <a:lvl1pPr marL="342900" indent="-342900">
              <a:buFont typeface="Wingdings" panose="05000000000000000000" pitchFamily="2" charset="2"/>
              <a:buChar char="q"/>
              <a:defRPr sz="2400">
                <a:solidFill>
                  <a:srgbClr val="002060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defRPr>
            </a:lvl1pPr>
            <a:lvl2pPr marL="628650" indent="-285750">
              <a:tabLst>
                <a:tab pos="628650" algn="l"/>
              </a:tabLst>
              <a:defRPr sz="2000">
                <a:solidFill>
                  <a:srgbClr val="002060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defRPr>
            </a:lvl2pPr>
            <a:lvl3pPr>
              <a:defRPr sz="1800">
                <a:solidFill>
                  <a:srgbClr val="002060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defRPr>
            </a:lvl3pPr>
            <a:lvl4pPr>
              <a:defRPr sz="1600">
                <a:solidFill>
                  <a:srgbClr val="002060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defRPr>
            </a:lvl4pPr>
            <a:lvl5pPr>
              <a:defRPr sz="1600">
                <a:solidFill>
                  <a:srgbClr val="002060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defRPr>
            </a:lvl5pPr>
          </a:lstStyle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pic>
        <p:nvPicPr>
          <p:cNvPr id="3" name="Google Shape;70;p1">
            <a:extLst>
              <a:ext uri="{FF2B5EF4-FFF2-40B4-BE49-F238E27FC236}">
                <a16:creationId xmlns:a16="http://schemas.microsoft.com/office/drawing/2014/main" id="{CAABDA92-BC29-E8A2-80FD-8ED31BF51AF7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8181474" y="274590"/>
            <a:ext cx="962526" cy="1089584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Google Shape;71;p1">
            <a:extLst>
              <a:ext uri="{FF2B5EF4-FFF2-40B4-BE49-F238E27FC236}">
                <a16:creationId xmlns:a16="http://schemas.microsoft.com/office/drawing/2014/main" id="{83293D25-967B-1BD4-441B-82145EC9AB6A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/>
          <a:stretch/>
        </p:blipFill>
        <p:spPr>
          <a:xfrm>
            <a:off x="8305206" y="391878"/>
            <a:ext cx="715062" cy="58992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60334239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theme" Target="../theme/theme1.xml"/><Relationship Id="rId12" Type="http://schemas.openxmlformats.org/officeDocument/2006/relationships/tags" Target="../tags/tag1.xml"/><Relationship Id="rId13" Type="http://schemas.openxmlformats.org/officeDocument/2006/relationships/oleObject" Target="../embeddings/oleObject1.bin"/><Relationship Id="rId14" Type="http://schemas.openxmlformats.org/officeDocument/2006/relationships/image" Target="../media/image1.emf"/><Relationship Id="rId15" Type="http://schemas.openxmlformats.org/officeDocument/2006/relationships/image" Target="../media/image2.png"/><Relationship Id="rId16" Type="http://schemas.openxmlformats.org/officeDocument/2006/relationships/image" Target="../media/image3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5F7ECEC6-5BC6-2C6B-6475-792D61F46B3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2"/>
            </p:custDataLst>
            <p:extLst>
              <p:ext uri="{D42A27DB-BD31-4B8C-83A1-F6EECF244321}">
                <p14:modId xmlns:p14="http://schemas.microsoft.com/office/powerpoint/2010/main" val="298361623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3" imgW="504" imgH="305" progId="TCLayout.ActiveDocument.1">
                  <p:embed/>
                </p:oleObj>
              </mc:Choice>
              <mc:Fallback>
                <p:oleObj name="think-cell Slide" r:id="rId13" imgW="504" imgH="305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F7ECEC6-5BC6-2C6B-6475-792D61F46B3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8" name="Google Shape;101;p2">
            <a:extLst>
              <a:ext uri="{FF2B5EF4-FFF2-40B4-BE49-F238E27FC236}">
                <a16:creationId xmlns:a16="http://schemas.microsoft.com/office/drawing/2014/main" id="{FAD91BD5-5778-3B44-AC7B-09D46AC86953}"/>
              </a:ext>
            </a:extLst>
          </p:cNvPr>
          <p:cNvPicPr preferRelativeResize="0"/>
          <p:nvPr/>
        </p:nvPicPr>
        <p:blipFill rotWithShape="1">
          <a:blip r:embed="rId15">
            <a:alphaModFix amt="66000"/>
          </a:blip>
          <a:srcRect l="118" t="65424" r="118" b="24703"/>
          <a:stretch/>
        </p:blipFill>
        <p:spPr>
          <a:xfrm>
            <a:off x="0" y="4707082"/>
            <a:ext cx="9144000" cy="531668"/>
          </a:xfrm>
          <a:prstGeom prst="rect">
            <a:avLst/>
          </a:prstGeom>
          <a:solidFill>
            <a:srgbClr val="EDEDED"/>
          </a:solidFill>
          <a:ln>
            <a:noFill/>
          </a:ln>
        </p:spPr>
      </p:pic>
      <p:sp>
        <p:nvSpPr>
          <p:cNvPr id="9" name="Google Shape;72;p1">
            <a:extLst>
              <a:ext uri="{FF2B5EF4-FFF2-40B4-BE49-F238E27FC236}">
                <a16:creationId xmlns:a16="http://schemas.microsoft.com/office/drawing/2014/main" id="{FC89C330-67DD-EB4D-9AE1-EFD794CFA2C2}"/>
              </a:ext>
            </a:extLst>
          </p:cNvPr>
          <p:cNvSpPr/>
          <p:nvPr/>
        </p:nvSpPr>
        <p:spPr>
          <a:xfrm>
            <a:off x="0" y="-9526"/>
            <a:ext cx="9144000" cy="268357"/>
          </a:xfrm>
          <a:prstGeom prst="rect">
            <a:avLst/>
          </a:prstGeom>
          <a:solidFill>
            <a:srgbClr val="AEBD58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0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69EF8CD-A533-007E-94BC-2FCC28815FA7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0" y="5040631"/>
            <a:ext cx="4595813" cy="103875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675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INTERNAL. This information is accessible to ADB Management and staff. It may be shared outside ADB with appropriate permission.</a:t>
            </a:r>
          </a:p>
        </p:txBody>
      </p:sp>
      <p:pic>
        <p:nvPicPr>
          <p:cNvPr id="2" name="Bild 11">
            <a:extLst>
              <a:ext uri="{FF2B5EF4-FFF2-40B4-BE49-F238E27FC236}">
                <a16:creationId xmlns:a16="http://schemas.microsoft.com/office/drawing/2014/main" id="{02598EBD-4CB5-FAEA-41BF-81BED3360FE5}"/>
              </a:ext>
            </a:extLst>
          </p:cNvPr>
          <p:cNvPicPr>
            <a:picLocks noChangeAspect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97900" y="4795124"/>
            <a:ext cx="546100" cy="355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520537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  <p:sldLayoutId id="2147483697" r:id="rId10"/>
  </p:sldLayoutIdLst>
  <p:hf hdr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-7315"/>
            <a:ext cx="4599432" cy="261518"/>
          </a:xfrm>
          <a:prstGeom prst="rect">
            <a:avLst/>
          </a:prstGeom>
          <a:noFill/>
        </p:spPr>
        <p:txBody>
          <a:bodyPr wrap="square" lIns="128016" rIns="0" tIns="0" bIns="0" anchor="ctr">
            <a:spAutoFit/>
          </a:bodyPr>
          <a:lstStyle/>
          <a:p>
            <a:pPr algn="l"/>
            <a:r>
              <a:rPr sz="1100" i="1">
                <a:solidFill>
                  <a:srgbClr val="1F1F1F"/>
                </a:solidFill>
                <a:latin typeface="+mj-lt"/>
              </a:rPr>
              <a:t>Parking Assessment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19456" y="384048"/>
            <a:ext cx="78638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 i="0">
                <a:solidFill>
                  <a:srgbClr val="002060"/>
                </a:solidFill>
                <a:latin typeface="Calibri"/>
              </a:rPr>
              <a:t>Parking: what has changed since April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9456" y="731520"/>
            <a:ext cx="78638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0" i="0">
                <a:solidFill>
                  <a:srgbClr val="666666"/>
                </a:solidFill>
                <a:latin typeface="Calibri"/>
              </a:rPr>
              <a:t>The demand side is now measured, not inferred — six representative areas surveyed 29 May – 3 June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219456" y="1115568"/>
            <a:ext cx="7872983" cy="12801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0456" y="4828032"/>
            <a:ext cx="92354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fld id="{B6F15528-21DE-4FA1-8B65-3B0972ABAC2C}" type="slidenum">
              <a:rPr lang="en-US" sz="1000">
                <a:latin typeface="Calibri"/>
              </a:rPr>
              <a:t>2</a:t>
            </a:fld>
          </a:p>
        </p:txBody>
      </p:sp>
      <p:sp>
        <p:nvSpPr>
          <p:cNvPr id="7" name="Rectangle 6"/>
          <p:cNvSpPr/>
          <p:nvPr/>
        </p:nvSpPr>
        <p:spPr>
          <a:xfrm>
            <a:off x="219456" y="1417320"/>
            <a:ext cx="2039112" cy="1060704"/>
          </a:xfrm>
          <a:prstGeom prst="rect">
            <a:avLst/>
          </a:prstGeom>
          <a:solidFill>
            <a:srgbClr val="FAFAFA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19456" y="1417320"/>
            <a:ext cx="2039112" cy="41148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19456" y="1563624"/>
            <a:ext cx="2039112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 i="0">
                <a:solidFill>
                  <a:srgbClr val="2E7D32"/>
                </a:solidFill>
                <a:latin typeface="Calibri"/>
              </a:rPr>
              <a:t>93%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" y="2020824"/>
            <a:ext cx="1892807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 i="0">
                <a:solidFill>
                  <a:srgbClr val="666666"/>
                </a:solidFill>
                <a:latin typeface="Calibri"/>
              </a:rPr>
              <a:t>Peak occupancy, capacity-weighted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41448" y="1417320"/>
            <a:ext cx="2039112" cy="1060704"/>
          </a:xfrm>
          <a:prstGeom prst="rect">
            <a:avLst/>
          </a:prstGeom>
          <a:solidFill>
            <a:srgbClr val="FAFAFA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441448" y="1417320"/>
            <a:ext cx="2039112" cy="41148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41448" y="1563624"/>
            <a:ext cx="2039112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 i="0">
                <a:solidFill>
                  <a:srgbClr val="1565C0"/>
                </a:solidFill>
                <a:latin typeface="Calibri"/>
              </a:rPr>
              <a:t>63%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14600" y="2020824"/>
            <a:ext cx="1892807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 i="0">
                <a:solidFill>
                  <a:srgbClr val="666666"/>
                </a:solidFill>
                <a:latin typeface="Calibri"/>
              </a:rPr>
              <a:t>Of vehicles stay one hour or less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663440" y="1417320"/>
            <a:ext cx="2039112" cy="1060704"/>
          </a:xfrm>
          <a:prstGeom prst="rect">
            <a:avLst/>
          </a:prstGeom>
          <a:solidFill>
            <a:srgbClr val="FAFAFA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663440" y="1417320"/>
            <a:ext cx="2039112" cy="41148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63440" y="1563624"/>
            <a:ext cx="2039112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 i="0">
                <a:solidFill>
                  <a:srgbClr val="C62828"/>
                </a:solidFill>
                <a:latin typeface="Calibri"/>
              </a:rPr>
              <a:t>55%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36592" y="2020824"/>
            <a:ext cx="1892807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 i="0">
                <a:solidFill>
                  <a:srgbClr val="666666"/>
                </a:solidFill>
                <a:latin typeface="Calibri"/>
              </a:rPr>
              <a:t>Displaced demand vs. spaces removed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85432" y="1417320"/>
            <a:ext cx="2039112" cy="1060704"/>
          </a:xfrm>
          <a:prstGeom prst="rect">
            <a:avLst/>
          </a:prstGeom>
          <a:solidFill>
            <a:srgbClr val="FAFAFA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885432" y="1417320"/>
            <a:ext cx="2039112" cy="41148"/>
          </a:xfrm>
          <a:prstGeom prst="rect">
            <a:avLst/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85432" y="1563624"/>
            <a:ext cx="2039112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 i="0">
                <a:solidFill>
                  <a:srgbClr val="1F1F1F"/>
                </a:solidFill>
                <a:latin typeface="Calibri"/>
              </a:rPr>
              <a:t>5–11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58584" y="2020824"/>
            <a:ext cx="1892807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 i="0">
                <a:solidFill>
                  <a:srgbClr val="666666"/>
                </a:solidFill>
                <a:latin typeface="Calibri"/>
              </a:rPr>
              <a:t>Vehicles per space per day (turnover)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19456" y="2788920"/>
            <a:ext cx="4261104" cy="1298448"/>
          </a:xfrm>
          <a:prstGeom prst="rect">
            <a:avLst/>
          </a:prstGeom>
          <a:solidFill>
            <a:srgbClr val="FAFAFA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19456" y="2788920"/>
            <a:ext cx="4261104" cy="41148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29184" y="2935224"/>
            <a:ext cx="404164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1F1F1F"/>
                </a:solidFill>
                <a:latin typeface="Calibri"/>
              </a:rPr>
              <a:t>April 2026  —  inferred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9184" y="3209544"/>
            <a:ext cx="4041648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950" b="0" i="0">
                <a:solidFill>
                  <a:srgbClr val="1F1F1F"/>
                </a:solidFill>
                <a:latin typeface="Calibri"/>
              </a:rPr>
              <a:t>•  Occupancy survey descoped on proportionality grounds</a:t>
            </a:r>
          </a:p>
          <a:p>
            <a:pPr algn="l">
              <a:spcAft>
                <a:spcPts val="700"/>
              </a:spcAft>
            </a:pPr>
            <a:r>
              <a:rPr sz="950" b="0" i="0">
                <a:solidFill>
                  <a:srgbClr val="1F1F1F"/>
                </a:solidFill>
                <a:latin typeface="Calibri"/>
              </a:rPr>
              <a:t>•  Displacement argued from European BHLS precedent — Nantes, Metz, Rouen, Eindhoven, Helsingborg</a:t>
            </a:r>
          </a:p>
          <a:p>
            <a:pPr algn="l">
              <a:spcAft>
                <a:spcPts val="700"/>
              </a:spcAft>
            </a:pPr>
            <a:r>
              <a:rPr sz="950" b="0" i="0">
                <a:solidFill>
                  <a:srgbClr val="1F1F1F"/>
                </a:solidFill>
                <a:latin typeface="Calibri"/>
              </a:rPr>
              <a:t>•  Re-absorption asserted, not quantified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663440" y="2788920"/>
            <a:ext cx="4261104" cy="1298448"/>
          </a:xfrm>
          <a:prstGeom prst="rect">
            <a:avLst/>
          </a:prstGeom>
          <a:solidFill>
            <a:srgbClr val="FAFAFA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663440" y="2788920"/>
            <a:ext cx="4261104" cy="41148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773168" y="2935224"/>
            <a:ext cx="404164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1F1F1F"/>
                </a:solidFill>
                <a:latin typeface="Calibri"/>
              </a:rPr>
              <a:t>June 2026  —  measured in Yerevan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73168" y="3209544"/>
            <a:ext cx="4041648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950" b="0" i="0">
                <a:solidFill>
                  <a:srgbClr val="1F1F1F"/>
                </a:solidFill>
                <a:latin typeface="Calibri"/>
              </a:rPr>
              <a:t>•  908 cars displaced at the peak hour against 1,643 spaces removed</a:t>
            </a:r>
          </a:p>
          <a:p>
            <a:pPr algn="l">
              <a:spcAft>
                <a:spcPts val="700"/>
              </a:spcAft>
            </a:pPr>
            <a:r>
              <a:rPr sz="950" b="0" i="0">
                <a:solidFill>
                  <a:srgbClr val="1F1F1F"/>
                </a:solidFill>
                <a:latin typeface="Calibri"/>
              </a:rPr>
              <a:t>•  The European finding is now confirmed by local measurement</a:t>
            </a:r>
          </a:p>
          <a:p>
            <a:pPr algn="l">
              <a:spcAft>
                <a:spcPts val="700"/>
              </a:spcAft>
            </a:pPr>
            <a:r>
              <a:rPr sz="950" b="0" i="0">
                <a:solidFill>
                  <a:srgbClr val="1F1F1F"/>
                </a:solidFill>
                <a:latin typeface="Calibri"/>
              </a:rPr>
              <a:t>•  Re-absorption quantified — and its precondition exposed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9456" y="4443984"/>
            <a:ext cx="87050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 i="1">
                <a:solidFill>
                  <a:srgbClr val="666666"/>
                </a:solidFill>
                <a:latin typeface="Calibri"/>
              </a:rPr>
              <a:t>Six areas: Kentron, Komitas, Gai Avenue, Garegin Nzhdeh, Shiraz/Hasratyan, Malatia-Sebastia. Hourly licence-plate sweeps, 07:00–24:00, on four ordinary mid-week working days.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-7315"/>
            <a:ext cx="4599432" cy="261518"/>
          </a:xfrm>
          <a:prstGeom prst="rect">
            <a:avLst/>
          </a:prstGeom>
          <a:noFill/>
        </p:spPr>
        <p:txBody>
          <a:bodyPr wrap="square" lIns="128016" rIns="0" tIns="0" bIns="0" anchor="ctr">
            <a:spAutoFit/>
          </a:bodyPr>
          <a:lstStyle/>
          <a:p>
            <a:pPr algn="l"/>
            <a:r>
              <a:rPr sz="1100" i="1">
                <a:solidFill>
                  <a:srgbClr val="1F1F1F"/>
                </a:solidFill>
                <a:latin typeface="+mj-lt"/>
              </a:rPr>
              <a:t>Parking Assessment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19456" y="384048"/>
            <a:ext cx="78638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 i="0">
                <a:solidFill>
                  <a:srgbClr val="002060"/>
                </a:solidFill>
                <a:latin typeface="Calibri"/>
              </a:rPr>
              <a:t>Approach: how the evidence was built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9456" y="731520"/>
            <a:ext cx="78638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0" i="0">
                <a:solidFill>
                  <a:srgbClr val="666666"/>
                </a:solidFill>
                <a:latin typeface="Calibri"/>
              </a:rPr>
              <a:t>A desk-based supply inventory, completed by a targeted field occupancy survey</a:t>
            </a:r>
          </a:p>
        </p:txBody>
      </p:sp>
      <p:sp>
        <p:nvSpPr>
          <p:cNvPr id="5" name="Rectangle 4"/>
          <p:cNvSpPr/>
          <p:nvPr/>
        </p:nvSpPr>
        <p:spPr>
          <a:xfrm>
            <a:off x="219456" y="1115568"/>
            <a:ext cx="7872983" cy="12801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0456" y="4828032"/>
            <a:ext cx="92354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fld id="{B6F15528-21DE-4FA1-8B65-3B0972ABAC2C}" type="slidenum">
              <a:rPr lang="en-US" sz="1000">
                <a:latin typeface="Calibri"/>
              </a:rPr>
              <a:t>2</a:t>
            </a:fld>
          </a:p>
        </p:txBody>
      </p:sp>
      <p:sp>
        <p:nvSpPr>
          <p:cNvPr id="7" name="Rectangle 6"/>
          <p:cNvSpPr/>
          <p:nvPr/>
        </p:nvSpPr>
        <p:spPr>
          <a:xfrm>
            <a:off x="219456" y="1417320"/>
            <a:ext cx="4261104" cy="1965960"/>
          </a:xfrm>
          <a:prstGeom prst="rect">
            <a:avLst/>
          </a:prstGeom>
          <a:solidFill>
            <a:srgbClr val="FAFAFA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19456" y="1417320"/>
            <a:ext cx="4261104" cy="41148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9184" y="1563624"/>
            <a:ext cx="404164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1F1F1F"/>
                </a:solidFill>
                <a:latin typeface="Calibri"/>
              </a:rPr>
              <a:t>1  ·  Desk-based supply inventory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84" y="1837943"/>
            <a:ext cx="4041648" cy="1453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950" b="0" i="0">
                <a:solidFill>
                  <a:srgbClr val="1F1F1F"/>
                </a:solidFill>
                <a:latin typeface="Calibri"/>
              </a:rPr>
              <a:t>•  994 geo-referenced features — 728 on-street segments and 266 off-street facilities</a:t>
            </a:r>
          </a:p>
          <a:p>
            <a:pPr algn="l">
              <a:spcAft>
                <a:spcPts val="800"/>
              </a:spcAft>
            </a:pPr>
            <a:r>
              <a:rPr sz="950" b="0" i="0">
                <a:solidFill>
                  <a:srgbClr val="1F1F1F"/>
                </a:solidFill>
                <a:latin typeface="Calibri"/>
              </a:rPr>
              <a:t>•  Built from 360° street video (yerevan.omni7.app), satellite and street-level imagery</a:t>
            </a:r>
          </a:p>
          <a:p>
            <a:pPr algn="l">
              <a:spcAft>
                <a:spcPts val="800"/>
              </a:spcAft>
            </a:pPr>
            <a:r>
              <a:rPr sz="950" b="0" i="0">
                <a:solidFill>
                  <a:srgbClr val="1F1F1F"/>
                </a:solidFill>
                <a:latin typeface="Calibri"/>
              </a:rPr>
              <a:t>•  Parallel capacity = length ÷ 7.5 m; angled bays counted individually</a:t>
            </a:r>
          </a:p>
          <a:p>
            <a:pPr algn="l">
              <a:spcAft>
                <a:spcPts val="800"/>
              </a:spcAft>
            </a:pPr>
            <a:r>
              <a:rPr sz="950" b="0" i="0">
                <a:solidFill>
                  <a:srgbClr val="1F1F1F"/>
                </a:solidFill>
                <a:latin typeface="Calibri"/>
              </a:rPr>
              <a:t>•  ~15% of spaces independently cross-checked, plus on-the-spot field visits</a:t>
            </a:r>
          </a:p>
          <a:p>
            <a:pPr algn="l">
              <a:spcAft>
                <a:spcPts val="800"/>
              </a:spcAft>
            </a:pPr>
            <a:r>
              <a:rPr sz="950" b="0" i="0">
                <a:solidFill>
                  <a:srgbClr val="1F1F1F"/>
                </a:solidFill>
                <a:latin typeface="Calibri"/>
              </a:rPr>
              <a:t>•  Published live at yerevan-parking.vercel.app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663440" y="1417320"/>
            <a:ext cx="4261104" cy="1965960"/>
          </a:xfrm>
          <a:prstGeom prst="rect">
            <a:avLst/>
          </a:prstGeom>
          <a:solidFill>
            <a:srgbClr val="FAFAFA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663440" y="1417320"/>
            <a:ext cx="4261104" cy="41148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73168" y="1563624"/>
            <a:ext cx="404164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1F1F1F"/>
                </a:solidFill>
                <a:latin typeface="Calibri"/>
              </a:rPr>
              <a:t>2  ·  Field occupancy survey (targeted)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73168" y="1837943"/>
            <a:ext cx="4041648" cy="1453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950" b="0" i="0">
                <a:solidFill>
                  <a:srgbClr val="1F1F1F"/>
                </a:solidFill>
                <a:latin typeface="Calibri"/>
              </a:rPr>
              <a:t>•  Six representative areas spanning the corridor sensitivity range</a:t>
            </a:r>
          </a:p>
          <a:p>
            <a:pPr algn="l">
              <a:spcAft>
                <a:spcPts val="800"/>
              </a:spcAft>
            </a:pPr>
            <a:r>
              <a:rPr sz="950" b="0" i="0">
                <a:solidFill>
                  <a:srgbClr val="1F1F1F"/>
                </a:solidFill>
                <a:latin typeface="Calibri"/>
              </a:rPr>
              <a:t>•  Hourly licence-plate sweeps, 07:00–24:00, four ordinary working days</a:t>
            </a:r>
          </a:p>
          <a:p>
            <a:pPr algn="l">
              <a:spcAft>
                <a:spcPts val="800"/>
              </a:spcAft>
            </a:pPr>
            <a:r>
              <a:rPr sz="950" b="0" i="0">
                <a:solidFill>
                  <a:srgbClr val="1F1F1F"/>
                </a:solidFill>
                <a:latin typeface="Calibri"/>
              </a:rPr>
              <a:t>•  Records time, zone, plate, vehicle type, kerb location, parking method and legality</a:t>
            </a:r>
          </a:p>
          <a:p>
            <a:pPr algn="l">
              <a:spcAft>
                <a:spcPts val="800"/>
              </a:spcAft>
            </a:pPr>
            <a:r>
              <a:rPr sz="950" b="0" i="0">
                <a:solidFill>
                  <a:srgbClr val="1F1F1F"/>
                </a:solidFill>
                <a:latin typeface="Calibri"/>
              </a:rPr>
              <a:t>•  Yields occupancy, duration of stay and turnover directly</a:t>
            </a:r>
          </a:p>
          <a:p>
            <a:pPr algn="l">
              <a:spcAft>
                <a:spcPts val="800"/>
              </a:spcAft>
            </a:pPr>
            <a:r>
              <a:rPr sz="950" b="0" i="0">
                <a:solidFill>
                  <a:srgbClr val="1F1F1F"/>
                </a:solidFill>
                <a:latin typeface="Calibri"/>
              </a:rPr>
              <a:t>•  Areas spread across separate days, so a one-off disruption shows as a local outlier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19456" y="3675887"/>
            <a:ext cx="8705088" cy="676656"/>
          </a:xfrm>
          <a:prstGeom prst="rect">
            <a:avLst/>
          </a:prstGeom>
          <a:solidFill>
            <a:srgbClr val="FAFAFA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19456" y="3675887"/>
            <a:ext cx="8705088" cy="41148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9184" y="3822191"/>
            <a:ext cx="848563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1F1F1F"/>
                </a:solidFill>
                <a:latin typeface="Calibri"/>
              </a:rPr>
              <a:t>The ToR is met in substance, not departed from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9184" y="4096511"/>
            <a:ext cx="84856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1F1F1F"/>
                </a:solidFill>
                <a:latin typeface="Calibri"/>
              </a:rPr>
              <a:t>•  The occupancy component, initially descoped on proportionality grounds, is now satisfied in representative form — the deliverable meets the intent of the ToR rather than departing from 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-7315"/>
            <a:ext cx="4599432" cy="261518"/>
          </a:xfrm>
          <a:prstGeom prst="rect">
            <a:avLst/>
          </a:prstGeom>
          <a:noFill/>
        </p:spPr>
        <p:txBody>
          <a:bodyPr wrap="square" lIns="128016" rIns="0" tIns="0" bIns="0" anchor="ctr">
            <a:spAutoFit/>
          </a:bodyPr>
          <a:lstStyle/>
          <a:p>
            <a:pPr algn="l"/>
            <a:r>
              <a:rPr sz="1100" i="1">
                <a:solidFill>
                  <a:srgbClr val="1F1F1F"/>
                </a:solidFill>
                <a:latin typeface="+mj-lt"/>
              </a:rPr>
              <a:t>Parking Assessment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19456" y="384048"/>
            <a:ext cx="78638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 i="0">
                <a:solidFill>
                  <a:srgbClr val="002060"/>
                </a:solidFill>
                <a:latin typeface="Calibri"/>
              </a:rPr>
              <a:t>Supply baseline: 15,897 spaces surveyed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9456" y="731520"/>
            <a:ext cx="78638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0" i="0">
                <a:solidFill>
                  <a:srgbClr val="666666"/>
                </a:solidFill>
                <a:latin typeface="Calibri"/>
              </a:rPr>
              <a:t>Three bus priority corridors (34.6 km) and their 100-metre influence area</a:t>
            </a:r>
          </a:p>
        </p:txBody>
      </p:sp>
      <p:sp>
        <p:nvSpPr>
          <p:cNvPr id="5" name="Rectangle 4"/>
          <p:cNvSpPr/>
          <p:nvPr/>
        </p:nvSpPr>
        <p:spPr>
          <a:xfrm>
            <a:off x="219456" y="1115568"/>
            <a:ext cx="7872983" cy="12801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0456" y="4828032"/>
            <a:ext cx="92354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fld id="{B6F15528-21DE-4FA1-8B65-3B0972ABAC2C}" type="slidenum">
              <a:rPr lang="en-US" sz="1000">
                <a:latin typeface="Calibri"/>
              </a:rPr>
              <a:t>2</a:t>
            </a:fld>
          </a:p>
        </p:txBody>
      </p:sp>
      <p:sp>
        <p:nvSpPr>
          <p:cNvPr id="7" name="Rectangle 6"/>
          <p:cNvSpPr/>
          <p:nvPr/>
        </p:nvSpPr>
        <p:spPr>
          <a:xfrm>
            <a:off x="219456" y="1417320"/>
            <a:ext cx="2039112" cy="1060704"/>
          </a:xfrm>
          <a:prstGeom prst="rect">
            <a:avLst/>
          </a:prstGeom>
          <a:solidFill>
            <a:srgbClr val="FAFAFA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9456" y="1563624"/>
            <a:ext cx="2039112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 i="0">
                <a:solidFill>
                  <a:srgbClr val="1F1F1F"/>
                </a:solidFill>
                <a:latin typeface="Calibri"/>
              </a:rPr>
              <a:t>15,897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" y="2020824"/>
            <a:ext cx="1892807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 i="0">
                <a:solidFill>
                  <a:srgbClr val="666666"/>
                </a:solidFill>
                <a:latin typeface="Calibri"/>
              </a:rPr>
              <a:t>Total spaces surveyed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2441448" y="1417320"/>
            <a:ext cx="2039112" cy="1060704"/>
          </a:xfrm>
          <a:prstGeom prst="rect">
            <a:avLst/>
          </a:prstGeom>
          <a:solidFill>
            <a:srgbClr val="FAFAFA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41448" y="1563624"/>
            <a:ext cx="2039112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 i="0">
                <a:solidFill>
                  <a:srgbClr val="1565C0"/>
                </a:solidFill>
                <a:latin typeface="Calibri"/>
              </a:rPr>
              <a:t>8,862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14600" y="2020824"/>
            <a:ext cx="1892807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 i="0">
                <a:solidFill>
                  <a:srgbClr val="666666"/>
                </a:solidFill>
                <a:latin typeface="Calibri"/>
              </a:rPr>
              <a:t>On-street spaces (728 segments)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663440" y="1417320"/>
            <a:ext cx="2039112" cy="1060704"/>
          </a:xfrm>
          <a:prstGeom prst="rect">
            <a:avLst/>
          </a:prstGeom>
          <a:solidFill>
            <a:srgbClr val="FAFAFA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63440" y="1563624"/>
            <a:ext cx="2039112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 i="0">
                <a:solidFill>
                  <a:srgbClr val="7C4DFF"/>
                </a:solidFill>
                <a:latin typeface="Calibri"/>
              </a:rPr>
              <a:t>7,035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36592" y="2020824"/>
            <a:ext cx="1892807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 i="0">
                <a:solidFill>
                  <a:srgbClr val="666666"/>
                </a:solidFill>
                <a:latin typeface="Calibri"/>
              </a:rPr>
              <a:t>Off-street spaces (266 facilities)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85432" y="1417320"/>
            <a:ext cx="2039112" cy="1060704"/>
          </a:xfrm>
          <a:prstGeom prst="rect">
            <a:avLst/>
          </a:prstGeom>
          <a:solidFill>
            <a:srgbClr val="FAFAFA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85432" y="1563624"/>
            <a:ext cx="2039112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 i="0">
                <a:solidFill>
                  <a:srgbClr val="1F1F1F"/>
                </a:solidFill>
                <a:latin typeface="Calibri"/>
              </a:rPr>
              <a:t>7,005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58584" y="2020824"/>
            <a:ext cx="1892807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 i="0">
                <a:solidFill>
                  <a:srgbClr val="666666"/>
                </a:solidFill>
                <a:latin typeface="Calibri"/>
              </a:rPr>
              <a:t>On-street, on the corridors themselves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456" y="2670048"/>
            <a:ext cx="870508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 i="0">
                <a:solidFill>
                  <a:srgbClr val="1F1F1F"/>
                </a:solidFill>
                <a:latin typeface="Calibri"/>
              </a:rPr>
              <a:t>On-corridor on-street supply by regulatory zone (7,005 spaces)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19456" y="2926080"/>
            <a:ext cx="7635126" cy="274320"/>
          </a:xfrm>
          <a:prstGeom prst="rect">
            <a:avLst/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854582" y="2926080"/>
            <a:ext cx="663599" cy="27432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518182" y="2926080"/>
            <a:ext cx="323101" cy="27432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841283" y="2926080"/>
            <a:ext cx="83260" cy="274320"/>
          </a:xfrm>
          <a:prstGeom prst="rect">
            <a:avLst/>
          </a:prstGeom>
          <a:solidFill>
            <a:srgbClr val="D4A5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19456" y="3328416"/>
            <a:ext cx="100584" cy="100584"/>
          </a:xfrm>
          <a:prstGeom prst="rect">
            <a:avLst/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4904" y="3300984"/>
            <a:ext cx="187451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 i="0">
                <a:solidFill>
                  <a:srgbClr val="666666"/>
                </a:solidFill>
                <a:latin typeface="Calibri"/>
              </a:rPr>
              <a:t>Free / unregulated  6,144 (87.7%)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395728" y="3328416"/>
            <a:ext cx="100584" cy="100584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551176" y="3300984"/>
            <a:ext cx="187451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 i="0">
                <a:solidFill>
                  <a:srgbClr val="666666"/>
                </a:solidFill>
                <a:latin typeface="Calibri"/>
              </a:rPr>
              <a:t>Zone B (blue) – paid  534 (7.6%)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0" y="3328416"/>
            <a:ext cx="100584" cy="100584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727448" y="3300984"/>
            <a:ext cx="187451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 i="0">
                <a:solidFill>
                  <a:srgbClr val="666666"/>
                </a:solidFill>
                <a:latin typeface="Calibri"/>
              </a:rPr>
              <a:t>Zone A (red) – paid  260 (3.7%)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748272" y="3328416"/>
            <a:ext cx="100584" cy="100584"/>
          </a:xfrm>
          <a:prstGeom prst="rect">
            <a:avLst/>
          </a:prstGeom>
          <a:solidFill>
            <a:srgbClr val="D4A5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903720" y="3300984"/>
            <a:ext cx="187451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 i="0">
                <a:solidFill>
                  <a:srgbClr val="666666"/>
                </a:solidFill>
                <a:latin typeface="Calibri"/>
              </a:rPr>
              <a:t>Taxi  67 (1.0%)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19456" y="3675887"/>
            <a:ext cx="8705088" cy="658368"/>
          </a:xfrm>
          <a:prstGeom prst="rect">
            <a:avLst/>
          </a:prstGeom>
          <a:solidFill>
            <a:srgbClr val="FAFAFA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19456" y="3675887"/>
            <a:ext cx="8705088" cy="41148"/>
          </a:xfrm>
          <a:prstGeom prst="rect">
            <a:avLst/>
          </a:prstGeom>
          <a:solidFill>
            <a:srgbClr val="D4A5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29184" y="3822191"/>
            <a:ext cx="848563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1F1F1F"/>
                </a:solidFill>
                <a:latin typeface="Calibri"/>
              </a:rPr>
              <a:t>88% of corridor parking is free — and barely organised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29184" y="4096511"/>
            <a:ext cx="84856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 i="0">
                <a:solidFill>
                  <a:srgbClr val="1F1F1F"/>
                </a:solidFill>
                <a:latin typeface="Calibri"/>
              </a:rPr>
              <a:t>•  Only 20% of on-corridor spaces have signage and only 12% have markings. The supply is not just cheap, it is unstructured — which is why organising it is a measure in its own right.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19456" y="4443984"/>
            <a:ext cx="87050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 i="1">
                <a:solidFill>
                  <a:srgbClr val="666666"/>
                </a:solidFill>
                <a:latin typeface="Calibri"/>
              </a:rPr>
              <a:t>Totals corrected June 2026 (off-street 7,479 → 7,035; total 16,341 → 15,897). On-street and cross-street figures are unchanged.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-7315"/>
            <a:ext cx="4599432" cy="261518"/>
          </a:xfrm>
          <a:prstGeom prst="rect">
            <a:avLst/>
          </a:prstGeom>
          <a:noFill/>
        </p:spPr>
        <p:txBody>
          <a:bodyPr wrap="square" lIns="128016" rIns="0" tIns="0" bIns="0" anchor="ctr">
            <a:spAutoFit/>
          </a:bodyPr>
          <a:lstStyle/>
          <a:p>
            <a:pPr algn="l"/>
            <a:r>
              <a:rPr sz="1100" i="1">
                <a:solidFill>
                  <a:srgbClr val="1F1F1F"/>
                </a:solidFill>
                <a:latin typeface="+mj-lt"/>
              </a:rPr>
              <a:t>Parking Assessment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19456" y="384048"/>
            <a:ext cx="78638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 i="0">
                <a:solidFill>
                  <a:srgbClr val="002060"/>
                </a:solidFill>
                <a:latin typeface="Calibri"/>
              </a:rPr>
              <a:t>Demand: the kerb is saturated at the peak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9456" y="731520"/>
            <a:ext cx="78638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0" i="0">
                <a:solidFill>
                  <a:srgbClr val="666666"/>
                </a:solidFill>
                <a:latin typeface="Calibri"/>
              </a:rPr>
              <a:t>Capacity-weighted peak occupancy of 93%, with 69% of zones above the 85% efficiency threshold</a:t>
            </a:r>
          </a:p>
        </p:txBody>
      </p:sp>
      <p:sp>
        <p:nvSpPr>
          <p:cNvPr id="5" name="Rectangle 4"/>
          <p:cNvSpPr/>
          <p:nvPr/>
        </p:nvSpPr>
        <p:spPr>
          <a:xfrm>
            <a:off x="219456" y="1115568"/>
            <a:ext cx="7872983" cy="12801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0456" y="4828032"/>
            <a:ext cx="92354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fld id="{B6F15528-21DE-4FA1-8B65-3B0972ABAC2C}" type="slidenum">
              <a:rPr lang="en-US" sz="1000">
                <a:latin typeface="Calibri"/>
              </a:rPr>
              <a:t>2</a:t>
            </a:fld>
          </a:p>
        </p:txBody>
      </p:sp>
      <p:sp>
        <p:nvSpPr>
          <p:cNvPr id="7" name="TextBox 6"/>
          <p:cNvSpPr txBox="1"/>
          <p:nvPr/>
        </p:nvSpPr>
        <p:spPr>
          <a:xfrm>
            <a:off x="219456" y="1271016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 i="0">
                <a:solidFill>
                  <a:srgbClr val="1F1F1F"/>
                </a:solidFill>
                <a:latin typeface="Calibri"/>
              </a:rPr>
              <a:t>Peak occupancy by surveyed area</a:t>
            </a:r>
          </a:p>
        </p:txBody>
      </p:sp>
      <p:sp>
        <p:nvSpPr>
          <p:cNvPr id="8" name="Rectangle 7"/>
          <p:cNvSpPr/>
          <p:nvPr/>
        </p:nvSpPr>
        <p:spPr>
          <a:xfrm>
            <a:off x="4085081" y="1472184"/>
            <a:ext cx="9144" cy="2395728"/>
          </a:xfrm>
          <a:prstGeom prst="rect">
            <a:avLst/>
          </a:prstGeom>
          <a:solidFill>
            <a:srgbClr val="99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01033" y="3886200"/>
            <a:ext cx="8229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700" b="0" i="1">
                <a:solidFill>
                  <a:srgbClr val="666666"/>
                </a:solidFill>
                <a:latin typeface="Calibri"/>
              </a:rPr>
              <a:t>85% threshold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9456" y="160020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50" b="0" i="0">
                <a:solidFill>
                  <a:srgbClr val="1F1F1F"/>
                </a:solidFill>
                <a:latin typeface="Calibri"/>
              </a:rPr>
              <a:t>Kentron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792224" y="1545336"/>
            <a:ext cx="2697479" cy="274320"/>
          </a:xfrm>
          <a:prstGeom prst="rect">
            <a:avLst/>
          </a:prstGeom>
          <a:solidFill>
            <a:srgbClr val="EDED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792224" y="1545336"/>
            <a:ext cx="3722522" cy="27432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587898" y="1600200"/>
            <a:ext cx="6400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1" i="0">
                <a:solidFill>
                  <a:srgbClr val="C62828"/>
                </a:solidFill>
                <a:latin typeface="Calibri"/>
              </a:rPr>
              <a:t>138%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9456" y="1984248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50" b="0" i="0">
                <a:solidFill>
                  <a:srgbClr val="1F1F1F"/>
                </a:solidFill>
                <a:latin typeface="Calibri"/>
              </a:rPr>
              <a:t>Komitas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792224" y="1929384"/>
            <a:ext cx="2697479" cy="274320"/>
          </a:xfrm>
          <a:prstGeom prst="rect">
            <a:avLst/>
          </a:prstGeom>
          <a:solidFill>
            <a:srgbClr val="EDED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792224" y="1929384"/>
            <a:ext cx="3317900" cy="27432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83276" y="1984248"/>
            <a:ext cx="6400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1" i="0">
                <a:solidFill>
                  <a:srgbClr val="C62828"/>
                </a:solidFill>
                <a:latin typeface="Calibri"/>
              </a:rPr>
              <a:t>123%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9456" y="2368296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50" b="0" i="0">
                <a:solidFill>
                  <a:srgbClr val="1F1F1F"/>
                </a:solidFill>
                <a:latin typeface="Calibri"/>
              </a:rPr>
              <a:t>Gai Avenue (Mega Mall)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792224" y="2313432"/>
            <a:ext cx="2697479" cy="274320"/>
          </a:xfrm>
          <a:prstGeom prst="rect">
            <a:avLst/>
          </a:prstGeom>
          <a:solidFill>
            <a:srgbClr val="EDED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792224" y="2313432"/>
            <a:ext cx="3317900" cy="27432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83276" y="2368296"/>
            <a:ext cx="6400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1" i="0">
                <a:solidFill>
                  <a:srgbClr val="C62828"/>
                </a:solidFill>
                <a:latin typeface="Calibri"/>
              </a:rPr>
              <a:t>123%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9456" y="2752344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50" b="0" i="0">
                <a:solidFill>
                  <a:srgbClr val="1F1F1F"/>
                </a:solidFill>
                <a:latin typeface="Calibri"/>
              </a:rPr>
              <a:t>Garegin Nzhdeh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792224" y="2697479"/>
            <a:ext cx="2697479" cy="274320"/>
          </a:xfrm>
          <a:prstGeom prst="rect">
            <a:avLst/>
          </a:prstGeom>
          <a:solidFill>
            <a:srgbClr val="EDED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792224" y="2697479"/>
            <a:ext cx="2481681" cy="274320"/>
          </a:xfrm>
          <a:prstGeom prst="rect">
            <a:avLst/>
          </a:prstGeom>
          <a:solidFill>
            <a:srgbClr val="D4A5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47057" y="2752344"/>
            <a:ext cx="6400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1" i="0">
                <a:solidFill>
                  <a:srgbClr val="D4A520"/>
                </a:solidFill>
                <a:latin typeface="Calibri"/>
              </a:rPr>
              <a:t>92%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19456" y="3136391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50" b="0" i="0">
                <a:solidFill>
                  <a:srgbClr val="1F1F1F"/>
                </a:solidFill>
                <a:latin typeface="Calibri"/>
              </a:rPr>
              <a:t>Shiraz / Hasratyan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792224" y="3081527"/>
            <a:ext cx="2697479" cy="274320"/>
          </a:xfrm>
          <a:prstGeom prst="rect">
            <a:avLst/>
          </a:prstGeom>
          <a:solidFill>
            <a:srgbClr val="EDED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792224" y="3081527"/>
            <a:ext cx="2023110" cy="27432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888485" y="3136391"/>
            <a:ext cx="6400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1" i="0">
                <a:solidFill>
                  <a:srgbClr val="2E7D32"/>
                </a:solidFill>
                <a:latin typeface="Calibri"/>
              </a:rPr>
              <a:t>75%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19456" y="3520439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50" b="0" i="0">
                <a:solidFill>
                  <a:srgbClr val="1F1F1F"/>
                </a:solidFill>
                <a:latin typeface="Calibri"/>
              </a:rPr>
              <a:t>Malatia-Sebastia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792224" y="3465575"/>
            <a:ext cx="2697479" cy="274320"/>
          </a:xfrm>
          <a:prstGeom prst="rect">
            <a:avLst/>
          </a:prstGeom>
          <a:solidFill>
            <a:srgbClr val="EDED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792224" y="3465575"/>
            <a:ext cx="1456639" cy="27432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322015" y="3520439"/>
            <a:ext cx="6400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1" i="0">
                <a:solidFill>
                  <a:srgbClr val="2E7D32"/>
                </a:solidFill>
                <a:latin typeface="Calibri"/>
              </a:rPr>
              <a:t>54%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26480" y="1417320"/>
            <a:ext cx="2798064" cy="786384"/>
          </a:xfrm>
          <a:prstGeom prst="rect">
            <a:avLst/>
          </a:prstGeom>
          <a:solidFill>
            <a:srgbClr val="FAFAFA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26480" y="1527048"/>
            <a:ext cx="2798064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700" b="1" i="0">
                <a:solidFill>
                  <a:srgbClr val="2E7D32"/>
                </a:solidFill>
                <a:latin typeface="Calibri"/>
              </a:rPr>
              <a:t>93%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99632" y="1819656"/>
            <a:ext cx="265176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 i="0">
                <a:solidFill>
                  <a:srgbClr val="666666"/>
                </a:solidFill>
                <a:latin typeface="Calibri"/>
              </a:rPr>
              <a:t>Peak occupancy, capacity-weighted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126480" y="2313432"/>
            <a:ext cx="2798064" cy="786384"/>
          </a:xfrm>
          <a:prstGeom prst="rect">
            <a:avLst/>
          </a:prstGeom>
          <a:solidFill>
            <a:srgbClr val="FAFAFA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126480" y="2423160"/>
            <a:ext cx="2798064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700" b="1" i="0">
                <a:solidFill>
                  <a:srgbClr val="D4A520"/>
                </a:solidFill>
                <a:latin typeface="Calibri"/>
              </a:rPr>
              <a:t>69%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199632" y="2715768"/>
            <a:ext cx="265176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 i="0">
                <a:solidFill>
                  <a:srgbClr val="666666"/>
                </a:solidFill>
                <a:latin typeface="Calibri"/>
              </a:rPr>
              <a:t>Of zones above the 85% threshold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26480" y="3209544"/>
            <a:ext cx="2798064" cy="786384"/>
          </a:xfrm>
          <a:prstGeom prst="rect">
            <a:avLst/>
          </a:prstGeom>
          <a:solidFill>
            <a:srgbClr val="FAFAFA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126480" y="3319272"/>
            <a:ext cx="2798064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700" b="1" i="0">
                <a:solidFill>
                  <a:srgbClr val="C62828"/>
                </a:solidFill>
                <a:latin typeface="Calibri"/>
              </a:rPr>
              <a:t>116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199632" y="3611879"/>
            <a:ext cx="265176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 i="0">
                <a:solidFill>
                  <a:srgbClr val="666666"/>
                </a:solidFill>
                <a:latin typeface="Calibri"/>
              </a:rPr>
              <a:t>Zones over legal capacity at the peak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19456" y="4443984"/>
            <a:ext cx="87050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 i="1">
                <a:solidFill>
                  <a:srgbClr val="666666"/>
                </a:solidFill>
                <a:latin typeface="Calibri"/>
              </a:rPr>
              <a:t>Occupancy above 100% is chronic overflow — more vehicles present than legal striped capacity. Only ~0.2% of vehicles were flagged as illegally parked: the issue is saturation and tolerated informality, not overt illegality.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-7315"/>
            <a:ext cx="4599432" cy="261518"/>
          </a:xfrm>
          <a:prstGeom prst="rect">
            <a:avLst/>
          </a:prstGeom>
          <a:noFill/>
        </p:spPr>
        <p:txBody>
          <a:bodyPr wrap="square" lIns="128016" rIns="0" tIns="0" bIns="0" anchor="ctr">
            <a:spAutoFit/>
          </a:bodyPr>
          <a:lstStyle/>
          <a:p>
            <a:pPr algn="l"/>
            <a:r>
              <a:rPr sz="1100" i="1">
                <a:solidFill>
                  <a:srgbClr val="1F1F1F"/>
                </a:solidFill>
                <a:latin typeface="+mj-lt"/>
              </a:rPr>
              <a:t>Parking Assessment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19456" y="384048"/>
            <a:ext cx="78638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 i="0">
                <a:solidFill>
                  <a:srgbClr val="002060"/>
                </a:solidFill>
                <a:latin typeface="Calibri"/>
              </a:rPr>
              <a:t>Demand: a short-stay, high-turnover kerb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9456" y="731520"/>
            <a:ext cx="78638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0" i="0">
                <a:solidFill>
                  <a:srgbClr val="666666"/>
                </a:solidFill>
                <a:latin typeface="Calibri"/>
              </a:rPr>
              <a:t>Parking is dominated by short visits; genuine all-day storage is a small tail</a:t>
            </a:r>
          </a:p>
        </p:txBody>
      </p:sp>
      <p:sp>
        <p:nvSpPr>
          <p:cNvPr id="5" name="Rectangle 4"/>
          <p:cNvSpPr/>
          <p:nvPr/>
        </p:nvSpPr>
        <p:spPr>
          <a:xfrm>
            <a:off x="219456" y="1115568"/>
            <a:ext cx="7872983" cy="12801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0456" y="4828032"/>
            <a:ext cx="92354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fld id="{B6F15528-21DE-4FA1-8B65-3B0972ABAC2C}" type="slidenum">
              <a:rPr lang="en-US" sz="1000">
                <a:latin typeface="Calibri"/>
              </a:rPr>
              <a:t>2</a:t>
            </a:fld>
          </a:p>
        </p:txBody>
      </p:sp>
      <p:sp>
        <p:nvSpPr>
          <p:cNvPr id="7" name="Rectangle 6"/>
          <p:cNvSpPr/>
          <p:nvPr/>
        </p:nvSpPr>
        <p:spPr>
          <a:xfrm>
            <a:off x="219456" y="1417320"/>
            <a:ext cx="2039112" cy="1060704"/>
          </a:xfrm>
          <a:prstGeom prst="rect">
            <a:avLst/>
          </a:prstGeom>
          <a:solidFill>
            <a:srgbClr val="FAFAFA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9456" y="1563624"/>
            <a:ext cx="2039112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 i="0">
                <a:solidFill>
                  <a:srgbClr val="1565C0"/>
                </a:solidFill>
                <a:latin typeface="Calibri"/>
              </a:rPr>
              <a:t>63%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" y="2020824"/>
            <a:ext cx="1892807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 i="0">
                <a:solidFill>
                  <a:srgbClr val="666666"/>
                </a:solidFill>
                <a:latin typeface="Calibri"/>
              </a:rPr>
              <a:t>Stay one hour or less</a:t>
            </a:r>
          </a:p>
        </p:txBody>
      </p:sp>
      <p:sp>
        <p:nvSpPr>
          <p:cNvPr id="10" name="Rectangle 9"/>
          <p:cNvSpPr/>
          <p:nvPr/>
        </p:nvSpPr>
        <p:spPr>
          <a:xfrm>
            <a:off x="2441448" y="1417320"/>
            <a:ext cx="2039112" cy="1060704"/>
          </a:xfrm>
          <a:prstGeom prst="rect">
            <a:avLst/>
          </a:prstGeom>
          <a:solidFill>
            <a:srgbClr val="FAFAFA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41448" y="1563624"/>
            <a:ext cx="2039112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 i="0">
                <a:solidFill>
                  <a:srgbClr val="1565C0"/>
                </a:solidFill>
                <a:latin typeface="Calibri"/>
              </a:rPr>
              <a:t>77%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14600" y="2020824"/>
            <a:ext cx="1892807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 i="0">
                <a:solidFill>
                  <a:srgbClr val="666666"/>
                </a:solidFill>
                <a:latin typeface="Calibri"/>
              </a:rPr>
              <a:t>Stay two hours or less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663440" y="1417320"/>
            <a:ext cx="2039112" cy="1060704"/>
          </a:xfrm>
          <a:prstGeom prst="rect">
            <a:avLst/>
          </a:prstGeom>
          <a:solidFill>
            <a:srgbClr val="FAFAFA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63440" y="1563624"/>
            <a:ext cx="2039112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 i="0">
                <a:solidFill>
                  <a:srgbClr val="1F1F1F"/>
                </a:solidFill>
                <a:latin typeface="Calibri"/>
              </a:rPr>
              <a:t>1.8 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36592" y="2020824"/>
            <a:ext cx="1892807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 i="0">
                <a:solidFill>
                  <a:srgbClr val="666666"/>
                </a:solidFill>
                <a:latin typeface="Calibri"/>
              </a:rPr>
              <a:t>Average stay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85432" y="1417320"/>
            <a:ext cx="2039112" cy="1060704"/>
          </a:xfrm>
          <a:prstGeom prst="rect">
            <a:avLst/>
          </a:prstGeom>
          <a:solidFill>
            <a:srgbClr val="FAFAFA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85432" y="1563624"/>
            <a:ext cx="2039112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 i="0">
                <a:solidFill>
                  <a:srgbClr val="2E7D32"/>
                </a:solidFill>
                <a:latin typeface="Calibri"/>
              </a:rPr>
              <a:t>5–11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58584" y="2020824"/>
            <a:ext cx="1892807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 i="0">
                <a:solidFill>
                  <a:srgbClr val="666666"/>
                </a:solidFill>
                <a:latin typeface="Calibri"/>
              </a:rPr>
              <a:t>Vehicles per space per day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19456" y="2788920"/>
            <a:ext cx="2779775" cy="1115568"/>
          </a:xfrm>
          <a:prstGeom prst="rect">
            <a:avLst/>
          </a:prstGeom>
          <a:solidFill>
            <a:srgbClr val="FAFAFA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19456" y="2788920"/>
            <a:ext cx="2779775" cy="41148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9184" y="2935224"/>
            <a:ext cx="25603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1565C0"/>
                </a:solidFill>
                <a:latin typeface="Calibri"/>
              </a:rPr>
              <a:t>Visitors &amp; customers  —  ~63%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9184" y="3209544"/>
            <a:ext cx="2560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666666"/>
                </a:solidFill>
                <a:latin typeface="Calibri"/>
              </a:rPr>
              <a:t>The dominant group: short retail and errand access. This is the demand the kerb actually serves.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182111" y="2788920"/>
            <a:ext cx="2779775" cy="1115568"/>
          </a:xfrm>
          <a:prstGeom prst="rect">
            <a:avLst/>
          </a:prstGeom>
          <a:solidFill>
            <a:srgbClr val="FAFAFA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182111" y="2788920"/>
            <a:ext cx="2779775" cy="41148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291839" y="2935224"/>
            <a:ext cx="25603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2E7D32"/>
                </a:solidFill>
                <a:latin typeface="Calibri"/>
              </a:rPr>
              <a:t>Commuters &amp; workers  —  ~6%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91839" y="3209544"/>
            <a:ext cx="2560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666666"/>
                </a:solidFill>
                <a:latin typeface="Calibri"/>
              </a:rPr>
              <a:t>A small all-day tail. Better addressed as a BRT mode-shift opportunity than as a fining target.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44768" y="2788920"/>
            <a:ext cx="2779775" cy="1115568"/>
          </a:xfrm>
          <a:prstGeom prst="rect">
            <a:avLst/>
          </a:prstGeom>
          <a:solidFill>
            <a:srgbClr val="FAFAFA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144768" y="2788920"/>
            <a:ext cx="2779775" cy="41148"/>
          </a:xfrm>
          <a:prstGeom prst="rect">
            <a:avLst/>
          </a:prstGeom>
          <a:solidFill>
            <a:srgbClr val="6338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54496" y="2935224"/>
            <a:ext cx="25603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633806"/>
                </a:solidFill>
                <a:latin typeface="Calibri"/>
              </a:rPr>
              <a:t>Residents  —  ~7% overnight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54496" y="3209544"/>
            <a:ext cx="2560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666666"/>
                </a:solidFill>
                <a:latin typeface="Calibri"/>
              </a:rPr>
              <a:t>Under-counted by a daytime window (07:00–24:00). To be protected by the permit scheme, not squeezed.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9456" y="4160520"/>
            <a:ext cx="87050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 i="1">
                <a:solidFill>
                  <a:srgbClr val="666666"/>
                </a:solidFill>
                <a:latin typeface="Calibri"/>
              </a:rPr>
              <a:t>Implication: visitor caps address a problem the data does not show. Turnover is already high, so pricing — not maximum-stay enforcement — is the binding lever.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-7315"/>
            <a:ext cx="4599432" cy="261518"/>
          </a:xfrm>
          <a:prstGeom prst="rect">
            <a:avLst/>
          </a:prstGeom>
          <a:noFill/>
        </p:spPr>
        <p:txBody>
          <a:bodyPr wrap="square" lIns="128016" rIns="0" tIns="0" bIns="0" anchor="ctr">
            <a:spAutoFit/>
          </a:bodyPr>
          <a:lstStyle/>
          <a:p>
            <a:pPr algn="l"/>
            <a:r>
              <a:rPr sz="1100" i="1">
                <a:solidFill>
                  <a:srgbClr val="1F1F1F"/>
                </a:solidFill>
                <a:latin typeface="+mj-lt"/>
              </a:rPr>
              <a:t>Parking Assessment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19456" y="384048"/>
            <a:ext cx="78638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 i="0">
                <a:solidFill>
                  <a:srgbClr val="002060"/>
                </a:solidFill>
                <a:latin typeface="Calibri"/>
              </a:rPr>
              <a:t>Impact: 85% of on-corridor parking is removed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9456" y="731520"/>
            <a:ext cx="78638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0" i="0">
                <a:solidFill>
                  <a:srgbClr val="666666"/>
                </a:solidFill>
                <a:latin typeface="Calibri"/>
              </a:rPr>
              <a:t>Inherent to the central-median cross-section — a design consequence, not an incidental one</a:t>
            </a:r>
          </a:p>
        </p:txBody>
      </p:sp>
      <p:sp>
        <p:nvSpPr>
          <p:cNvPr id="5" name="Rectangle 4"/>
          <p:cNvSpPr/>
          <p:nvPr/>
        </p:nvSpPr>
        <p:spPr>
          <a:xfrm>
            <a:off x="219456" y="1115568"/>
            <a:ext cx="7872983" cy="12801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0456" y="4828032"/>
            <a:ext cx="92354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fld id="{B6F15528-21DE-4FA1-8B65-3B0972ABAC2C}" type="slidenum">
              <a:rPr lang="en-US" sz="1000">
                <a:latin typeface="Calibri"/>
              </a:rPr>
              <a:t>2</a:t>
            </a:fld>
          </a:p>
        </p:txBody>
      </p:sp>
      <p:sp>
        <p:nvSpPr>
          <p:cNvPr id="7" name="Rectangle 6"/>
          <p:cNvSpPr/>
          <p:nvPr/>
        </p:nvSpPr>
        <p:spPr>
          <a:xfrm>
            <a:off x="219456" y="1417320"/>
            <a:ext cx="2779775" cy="1060704"/>
          </a:xfrm>
          <a:prstGeom prst="rect">
            <a:avLst/>
          </a:prstGeom>
          <a:solidFill>
            <a:srgbClr val="FAFAFA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19456" y="1417320"/>
            <a:ext cx="2779775" cy="41148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19456" y="1563624"/>
            <a:ext cx="2779775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 i="0">
                <a:solidFill>
                  <a:srgbClr val="C62828"/>
                </a:solidFill>
                <a:latin typeface="Calibri"/>
              </a:rPr>
              <a:t>5,953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" y="2020824"/>
            <a:ext cx="2633471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 i="0">
                <a:solidFill>
                  <a:srgbClr val="666666"/>
                </a:solidFill>
                <a:latin typeface="Calibri"/>
              </a:rPr>
              <a:t>On-street spaces removed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182111" y="1417320"/>
            <a:ext cx="2779775" cy="1060704"/>
          </a:xfrm>
          <a:prstGeom prst="rect">
            <a:avLst/>
          </a:prstGeom>
          <a:solidFill>
            <a:srgbClr val="FAFAFA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182111" y="1417320"/>
            <a:ext cx="2779775" cy="41148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182111" y="1563624"/>
            <a:ext cx="2779775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 i="0">
                <a:solidFill>
                  <a:srgbClr val="2E7D32"/>
                </a:solidFill>
                <a:latin typeface="Calibri"/>
              </a:rPr>
              <a:t>1,052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55263" y="2020824"/>
            <a:ext cx="2633471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 i="0">
                <a:solidFill>
                  <a:srgbClr val="666666"/>
                </a:solidFill>
                <a:latin typeface="Calibri"/>
              </a:rPr>
              <a:t>Spaces retained or re-established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44768" y="1417320"/>
            <a:ext cx="2779775" cy="1060704"/>
          </a:xfrm>
          <a:prstGeom prst="rect">
            <a:avLst/>
          </a:prstGeom>
          <a:solidFill>
            <a:srgbClr val="FAFAFA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44768" y="1417320"/>
            <a:ext cx="2779775" cy="41148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44768" y="1563624"/>
            <a:ext cx="2779775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 i="0">
                <a:solidFill>
                  <a:srgbClr val="C62828"/>
                </a:solidFill>
                <a:latin typeface="Calibri"/>
              </a:rPr>
              <a:t>85%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2020824"/>
            <a:ext cx="2633471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 i="0">
                <a:solidFill>
                  <a:srgbClr val="666666"/>
                </a:solidFill>
                <a:latin typeface="Calibri"/>
              </a:rPr>
              <a:t>Of the on-corridor supply removed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19456" y="2743200"/>
            <a:ext cx="2779775" cy="1298448"/>
          </a:xfrm>
          <a:prstGeom prst="rect">
            <a:avLst/>
          </a:prstGeom>
          <a:solidFill>
            <a:srgbClr val="FAFAFA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19456" y="2743200"/>
            <a:ext cx="2779775" cy="41148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9184" y="2889504"/>
            <a:ext cx="25603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1F1F1F"/>
                </a:solidFill>
                <a:latin typeface="Calibri"/>
              </a:rPr>
              <a:t>Corridor 1  —  11.66 km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9184" y="3163824"/>
            <a:ext cx="2560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666666"/>
                </a:solidFill>
                <a:latin typeface="Calibri"/>
              </a:rPr>
              <a:t>1,836 spaces removed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666666"/>
                </a:solidFill>
                <a:latin typeface="Calibri"/>
              </a:rPr>
              <a:t>Bagratunyats (south) to Kentron; carries the Zone A core.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182111" y="2743200"/>
            <a:ext cx="2779775" cy="1298448"/>
          </a:xfrm>
          <a:prstGeom prst="rect">
            <a:avLst/>
          </a:prstGeom>
          <a:solidFill>
            <a:srgbClr val="FAFAFA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182111" y="2743200"/>
            <a:ext cx="2779775" cy="41148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291839" y="2889504"/>
            <a:ext cx="25603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1F1F1F"/>
                </a:solidFill>
                <a:latin typeface="Calibri"/>
              </a:rPr>
              <a:t>Corridor 2  —  19.19 km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91839" y="3163824"/>
            <a:ext cx="2560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666666"/>
                </a:solidFill>
                <a:latin typeface="Calibri"/>
              </a:rPr>
              <a:t>3,310 spaces removed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666666"/>
                </a:solidFill>
                <a:latin typeface="Calibri"/>
              </a:rPr>
              <a:t>Nor Nork (east) to Davtashen; the largest single loss.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44768" y="2743200"/>
            <a:ext cx="2779775" cy="1298448"/>
          </a:xfrm>
          <a:prstGeom prst="rect">
            <a:avLst/>
          </a:prstGeom>
          <a:solidFill>
            <a:srgbClr val="FAFAFA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144768" y="2743200"/>
            <a:ext cx="2779775" cy="41148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54496" y="2889504"/>
            <a:ext cx="25603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1F1F1F"/>
                </a:solidFill>
                <a:latin typeface="Calibri"/>
              </a:rPr>
              <a:t>Corridor 3  —  3.81 km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54496" y="3163824"/>
            <a:ext cx="2560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666666"/>
                </a:solidFill>
                <a:latin typeface="Calibri"/>
              </a:rPr>
              <a:t>807 spaces removed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666666"/>
                </a:solidFill>
                <a:latin typeface="Calibri"/>
              </a:rPr>
              <a:t>Sebastia/Malatia; entirely residential off-street context.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9456" y="4443984"/>
            <a:ext cx="87050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 i="1">
                <a:solidFill>
                  <a:srgbClr val="666666"/>
                </a:solidFill>
                <a:latin typeface="Calibri"/>
              </a:rPr>
              <a:t>Cross-section: 2 × 3.5 m bus lanes, 2 × 3.0 m mixed traffic per direction, 0.5 m separators, cycle lanes and 2.50 m sidewalks — leaving no carriageway width for parking. Consistent with the Mott MacDonald (2022) strategy and the Yerevan Sustainable Urban Transport Strategy.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-7315"/>
            <a:ext cx="4599432" cy="261518"/>
          </a:xfrm>
          <a:prstGeom prst="rect">
            <a:avLst/>
          </a:prstGeom>
          <a:noFill/>
        </p:spPr>
        <p:txBody>
          <a:bodyPr wrap="square" lIns="128016" rIns="0" tIns="0" bIns="0" anchor="ctr">
            <a:spAutoFit/>
          </a:bodyPr>
          <a:lstStyle/>
          <a:p>
            <a:pPr algn="l"/>
            <a:r>
              <a:rPr sz="1100" i="1">
                <a:solidFill>
                  <a:srgbClr val="1F1F1F"/>
                </a:solidFill>
                <a:latin typeface="+mj-lt"/>
              </a:rPr>
              <a:t>Parking Assessment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19456" y="384048"/>
            <a:ext cx="78638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 i="0">
                <a:solidFill>
                  <a:srgbClr val="002060"/>
                </a:solidFill>
                <a:latin typeface="Calibri"/>
              </a:rPr>
              <a:t>Displacement: measured, not inferred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9456" y="731520"/>
            <a:ext cx="78638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0" i="0">
                <a:solidFill>
                  <a:srgbClr val="666666"/>
                </a:solidFill>
                <a:latin typeface="Calibri"/>
              </a:rPr>
              <a:t>Peak displaced demand equals only 55% of the spaces removed — the European finding, now measured in Yerevan</a:t>
            </a:r>
          </a:p>
        </p:txBody>
      </p:sp>
      <p:sp>
        <p:nvSpPr>
          <p:cNvPr id="5" name="Rectangle 4"/>
          <p:cNvSpPr/>
          <p:nvPr/>
        </p:nvSpPr>
        <p:spPr>
          <a:xfrm>
            <a:off x="219456" y="1115568"/>
            <a:ext cx="7872983" cy="12801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0456" y="4828032"/>
            <a:ext cx="92354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fld id="{B6F15528-21DE-4FA1-8B65-3B0972ABAC2C}" type="slidenum">
              <a:rPr lang="en-US" sz="1000">
                <a:latin typeface="Calibri"/>
              </a:rPr>
              <a:t>2</a:t>
            </a:fld>
          </a:p>
        </p:txBody>
      </p:sp>
      <p:sp>
        <p:nvSpPr>
          <p:cNvPr id="7" name="Rectangle 6"/>
          <p:cNvSpPr/>
          <p:nvPr/>
        </p:nvSpPr>
        <p:spPr>
          <a:xfrm>
            <a:off x="219456" y="1417320"/>
            <a:ext cx="2779775" cy="1060704"/>
          </a:xfrm>
          <a:prstGeom prst="rect">
            <a:avLst/>
          </a:prstGeom>
          <a:solidFill>
            <a:srgbClr val="FAFAFA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19456" y="1417320"/>
            <a:ext cx="2779775" cy="41148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19456" y="1563624"/>
            <a:ext cx="2779775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 i="0">
                <a:solidFill>
                  <a:srgbClr val="666666"/>
                </a:solidFill>
                <a:latin typeface="Calibri"/>
              </a:rPr>
              <a:t>1,643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" y="2020824"/>
            <a:ext cx="2633471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 i="0">
                <a:solidFill>
                  <a:srgbClr val="666666"/>
                </a:solidFill>
                <a:latin typeface="Calibri"/>
              </a:rPr>
              <a:t>Spaces removed in the surveyed areas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182111" y="1417320"/>
            <a:ext cx="2779775" cy="1060704"/>
          </a:xfrm>
          <a:prstGeom prst="rect">
            <a:avLst/>
          </a:prstGeom>
          <a:solidFill>
            <a:srgbClr val="FAFAFA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182111" y="1417320"/>
            <a:ext cx="2779775" cy="41148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182111" y="1563624"/>
            <a:ext cx="2779775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 i="0">
                <a:solidFill>
                  <a:srgbClr val="C62828"/>
                </a:solidFill>
                <a:latin typeface="Calibri"/>
              </a:rPr>
              <a:t>908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55263" y="2020824"/>
            <a:ext cx="2633471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 i="0">
                <a:solidFill>
                  <a:srgbClr val="666666"/>
                </a:solidFill>
                <a:latin typeface="Calibri"/>
              </a:rPr>
              <a:t>Cars actually displaced at the peak hour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44768" y="1417320"/>
            <a:ext cx="2779775" cy="1060704"/>
          </a:xfrm>
          <a:prstGeom prst="rect">
            <a:avLst/>
          </a:prstGeom>
          <a:solidFill>
            <a:srgbClr val="FAFAFA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44768" y="1417320"/>
            <a:ext cx="2779775" cy="41148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44768" y="1563624"/>
            <a:ext cx="2779775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 i="0">
                <a:solidFill>
                  <a:srgbClr val="2E7D32"/>
                </a:solidFill>
                <a:latin typeface="Calibri"/>
              </a:rPr>
              <a:t>55%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2020824"/>
            <a:ext cx="2633471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 i="0">
                <a:solidFill>
                  <a:srgbClr val="666666"/>
                </a:solidFill>
                <a:latin typeface="Calibri"/>
              </a:rPr>
              <a:t>Displaced demand as a share of supply removed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456" y="2670048"/>
            <a:ext cx="4572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 i="0">
                <a:solidFill>
                  <a:srgbClr val="1F1F1F"/>
                </a:solidFill>
                <a:latin typeface="Calibri"/>
              </a:rPr>
              <a:t>Share of displaced demand absorbed on nearby streets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9456" y="2944368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50" b="0" i="0">
                <a:solidFill>
                  <a:srgbClr val="1F1F1F"/>
                </a:solidFill>
                <a:latin typeface="Calibri"/>
              </a:rPr>
              <a:t>Kentron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792224" y="2889504"/>
            <a:ext cx="2743200" cy="192024"/>
          </a:xfrm>
          <a:prstGeom prst="rect">
            <a:avLst/>
          </a:prstGeom>
          <a:solidFill>
            <a:srgbClr val="EDED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792224" y="2889504"/>
            <a:ext cx="384048" cy="192024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249424" y="2944368"/>
            <a:ext cx="6400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1" i="0">
                <a:solidFill>
                  <a:srgbClr val="C62828"/>
                </a:solidFill>
                <a:latin typeface="Calibri"/>
              </a:rPr>
              <a:t>14%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9456" y="3182112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50" b="0" i="0">
                <a:solidFill>
                  <a:srgbClr val="1F1F1F"/>
                </a:solidFill>
                <a:latin typeface="Calibri"/>
              </a:rPr>
              <a:t>Komitas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792224" y="3127248"/>
            <a:ext cx="2743200" cy="192024"/>
          </a:xfrm>
          <a:prstGeom prst="rect">
            <a:avLst/>
          </a:prstGeom>
          <a:solidFill>
            <a:srgbClr val="EDED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792224" y="3127248"/>
            <a:ext cx="0" cy="192024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865376" y="3182112"/>
            <a:ext cx="6400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1" i="0">
                <a:solidFill>
                  <a:srgbClr val="C62828"/>
                </a:solidFill>
                <a:latin typeface="Calibri"/>
              </a:rPr>
              <a:t>0%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19456" y="3419856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50" b="0" i="0">
                <a:solidFill>
                  <a:srgbClr val="1F1F1F"/>
                </a:solidFill>
                <a:latin typeface="Calibri"/>
              </a:rPr>
              <a:t>Gai Avenue (Mega Mall)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792224" y="3364991"/>
            <a:ext cx="2743200" cy="192024"/>
          </a:xfrm>
          <a:prstGeom prst="rect">
            <a:avLst/>
          </a:prstGeom>
          <a:solidFill>
            <a:srgbClr val="EDED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792224" y="3364991"/>
            <a:ext cx="1865376" cy="192024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730752" y="3419856"/>
            <a:ext cx="6400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1" i="0">
                <a:solidFill>
                  <a:srgbClr val="2E7D32"/>
                </a:solidFill>
                <a:latin typeface="Calibri"/>
              </a:rPr>
              <a:t>68%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19456" y="3657599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50" b="0" i="0">
                <a:solidFill>
                  <a:srgbClr val="1F1F1F"/>
                </a:solidFill>
                <a:latin typeface="Calibri"/>
              </a:rPr>
              <a:t>Garegin Nzhdeh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792224" y="3602735"/>
            <a:ext cx="2743200" cy="192024"/>
          </a:xfrm>
          <a:prstGeom prst="rect">
            <a:avLst/>
          </a:prstGeom>
          <a:solidFill>
            <a:srgbClr val="EDED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792224" y="3602735"/>
            <a:ext cx="822959" cy="192024"/>
          </a:xfrm>
          <a:prstGeom prst="rect">
            <a:avLst/>
          </a:prstGeom>
          <a:solidFill>
            <a:srgbClr val="D4A5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688336" y="3657599"/>
            <a:ext cx="6400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1" i="0">
                <a:solidFill>
                  <a:srgbClr val="D4A520"/>
                </a:solidFill>
                <a:latin typeface="Calibri"/>
              </a:rPr>
              <a:t>30%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19456" y="3895343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50" b="0" i="0">
                <a:solidFill>
                  <a:srgbClr val="1F1F1F"/>
                </a:solidFill>
                <a:latin typeface="Calibri"/>
              </a:rPr>
              <a:t>Shiraz / Hasratyan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792224" y="3840479"/>
            <a:ext cx="2743200" cy="192024"/>
          </a:xfrm>
          <a:prstGeom prst="rect">
            <a:avLst/>
          </a:prstGeom>
          <a:solidFill>
            <a:srgbClr val="EDED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792224" y="3840479"/>
            <a:ext cx="1892807" cy="192024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758183" y="3895343"/>
            <a:ext cx="6400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1" i="0">
                <a:solidFill>
                  <a:srgbClr val="2E7D32"/>
                </a:solidFill>
                <a:latin typeface="Calibri"/>
              </a:rPr>
              <a:t>69%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19456" y="4133087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50" b="0" i="0">
                <a:solidFill>
                  <a:srgbClr val="1F1F1F"/>
                </a:solidFill>
                <a:latin typeface="Calibri"/>
              </a:rPr>
              <a:t>Malatia-Sebastia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792224" y="4078223"/>
            <a:ext cx="2743200" cy="192024"/>
          </a:xfrm>
          <a:prstGeom prst="rect">
            <a:avLst/>
          </a:prstGeom>
          <a:solidFill>
            <a:srgbClr val="EDED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1792224" y="4078223"/>
            <a:ext cx="2660903" cy="192024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26279" y="4133087"/>
            <a:ext cx="6400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1" i="0">
                <a:solidFill>
                  <a:srgbClr val="2E7D32"/>
                </a:solidFill>
                <a:latin typeface="Calibri"/>
              </a:rPr>
              <a:t>97%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126480" y="2889504"/>
            <a:ext cx="2798064" cy="1316736"/>
          </a:xfrm>
          <a:prstGeom prst="rect">
            <a:avLst/>
          </a:prstGeom>
          <a:solidFill>
            <a:srgbClr val="FAFAFA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126480" y="2889504"/>
            <a:ext cx="2798064" cy="41148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236208" y="3035808"/>
            <a:ext cx="257860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1F1F1F"/>
                </a:solidFill>
                <a:latin typeface="Calibri"/>
              </a:rPr>
              <a:t>Why this matters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36208" y="3310128"/>
            <a:ext cx="2578608" cy="8046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 i="0">
                <a:solidFill>
                  <a:srgbClr val="1F1F1F"/>
                </a:solidFill>
                <a:latin typeface="Calibri"/>
              </a:rPr>
              <a:t>•  Not every removed space needs replacing one-for-one</a:t>
            </a:r>
          </a:p>
          <a:p>
            <a:pPr algn="l">
              <a:spcAft>
                <a:spcPts val="400"/>
              </a:spcAft>
            </a:pPr>
            <a:r>
              <a:rPr sz="850" b="0" i="0">
                <a:solidFill>
                  <a:srgbClr val="1F1F1F"/>
                </a:solidFill>
                <a:latin typeface="Calibri"/>
              </a:rPr>
              <a:t>•  Some users shift mode, retime, or were parked informally</a:t>
            </a:r>
          </a:p>
          <a:p>
            <a:pPr algn="l">
              <a:spcAft>
                <a:spcPts val="400"/>
              </a:spcAft>
            </a:pPr>
            <a:r>
              <a:rPr sz="850" b="0" i="0">
                <a:solidFill>
                  <a:srgbClr val="1F1F1F"/>
                </a:solidFill>
                <a:latin typeface="Calibri"/>
              </a:rPr>
              <a:t>•  But on-street alone absorbs just 43% — the rest must come from off-street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19456" y="4389120"/>
            <a:ext cx="87050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 i="1">
                <a:solidFill>
                  <a:srgbClr val="666666"/>
                </a:solidFill>
                <a:latin typeface="Calibri"/>
              </a:rPr>
              <a:t>Surveyed areas only — a subset of the corridor-wide 5,953 removals. Measured at the peak hour, the binding case.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-7315"/>
            <a:ext cx="4599432" cy="261518"/>
          </a:xfrm>
          <a:prstGeom prst="rect">
            <a:avLst/>
          </a:prstGeom>
          <a:noFill/>
        </p:spPr>
        <p:txBody>
          <a:bodyPr wrap="square" lIns="128016" rIns="0" tIns="0" bIns="0" anchor="ctr">
            <a:spAutoFit/>
          </a:bodyPr>
          <a:lstStyle/>
          <a:p>
            <a:pPr algn="l"/>
            <a:r>
              <a:rPr sz="1100" i="1">
                <a:solidFill>
                  <a:srgbClr val="1F1F1F"/>
                </a:solidFill>
                <a:latin typeface="+mj-lt"/>
              </a:rPr>
              <a:t>Parking Assessment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19456" y="384048"/>
            <a:ext cx="78638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 i="0">
                <a:solidFill>
                  <a:srgbClr val="002060"/>
                </a:solidFill>
                <a:latin typeface="Calibri"/>
              </a:rPr>
              <a:t>The catch: re-absorption depends on opening gated yards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9456" y="731520"/>
            <a:ext cx="78638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0" i="0">
                <a:solidFill>
                  <a:srgbClr val="666666"/>
                </a:solidFill>
                <a:latin typeface="Calibri"/>
              </a:rPr>
              <a:t>About 92% of the absorptive capacity is gated residential yards, counted at gross capacity as if already open</a:t>
            </a:r>
          </a:p>
        </p:txBody>
      </p:sp>
      <p:sp>
        <p:nvSpPr>
          <p:cNvPr id="5" name="Rectangle 4"/>
          <p:cNvSpPr/>
          <p:nvPr/>
        </p:nvSpPr>
        <p:spPr>
          <a:xfrm>
            <a:off x="219456" y="1115568"/>
            <a:ext cx="7872983" cy="12801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0456" y="4828032"/>
            <a:ext cx="92354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fld id="{B6F15528-21DE-4FA1-8B65-3B0972ABAC2C}" type="slidenum">
              <a:rPr lang="en-US" sz="1000">
                <a:latin typeface="Calibri"/>
              </a:rPr>
              <a:t>2</a:t>
            </a:fld>
          </a:p>
        </p:txBody>
      </p:sp>
      <p:sp>
        <p:nvSpPr>
          <p:cNvPr id="7" name="Rectangle 6"/>
          <p:cNvSpPr/>
          <p:nvPr/>
        </p:nvSpPr>
        <p:spPr>
          <a:xfrm>
            <a:off x="219456" y="1417320"/>
            <a:ext cx="2779775" cy="1060704"/>
          </a:xfrm>
          <a:prstGeom prst="rect">
            <a:avLst/>
          </a:prstGeom>
          <a:solidFill>
            <a:srgbClr val="FAFAFA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19456" y="1417320"/>
            <a:ext cx="2779775" cy="41148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19456" y="1563624"/>
            <a:ext cx="2779775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 i="0">
                <a:solidFill>
                  <a:srgbClr val="2E7D32"/>
                </a:solidFill>
                <a:latin typeface="Calibri"/>
              </a:rPr>
              <a:t>~100%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" y="2020824"/>
            <a:ext cx="2633471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 i="0">
                <a:solidFill>
                  <a:srgbClr val="666666"/>
                </a:solidFill>
                <a:latin typeface="Calibri"/>
              </a:rPr>
              <a:t>Aggregate re-absorption — best case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182111" y="1417320"/>
            <a:ext cx="2779775" cy="1060704"/>
          </a:xfrm>
          <a:prstGeom prst="rect">
            <a:avLst/>
          </a:prstGeom>
          <a:solidFill>
            <a:srgbClr val="FAFAFA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182111" y="1417320"/>
            <a:ext cx="2779775" cy="41148"/>
          </a:xfrm>
          <a:prstGeom prst="rect">
            <a:avLst/>
          </a:prstGeom>
          <a:solidFill>
            <a:srgbClr val="D4A5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182111" y="1563624"/>
            <a:ext cx="2779775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 i="0">
                <a:solidFill>
                  <a:srgbClr val="D4A520"/>
                </a:solidFill>
                <a:latin typeface="Calibri"/>
              </a:rPr>
              <a:t>43%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55263" y="2020824"/>
            <a:ext cx="2633471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 i="0">
                <a:solidFill>
                  <a:srgbClr val="666666"/>
                </a:solidFill>
                <a:latin typeface="Calibri"/>
              </a:rPr>
              <a:t>Absorbed by surviving on-street capacity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44768" y="1417320"/>
            <a:ext cx="2779775" cy="1060704"/>
          </a:xfrm>
          <a:prstGeom prst="rect">
            <a:avLst/>
          </a:prstGeom>
          <a:solidFill>
            <a:srgbClr val="FAFAFA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44768" y="1417320"/>
            <a:ext cx="2779775" cy="41148"/>
          </a:xfrm>
          <a:prstGeom prst="rect">
            <a:avLst/>
          </a:prstGeom>
          <a:solidFill>
            <a:srgbClr val="79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44768" y="1563624"/>
            <a:ext cx="2779775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 i="0">
                <a:solidFill>
                  <a:srgbClr val="791F1F"/>
                </a:solidFill>
                <a:latin typeface="Calibri"/>
              </a:rPr>
              <a:t>92%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2020824"/>
            <a:ext cx="2633471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 i="0">
                <a:solidFill>
                  <a:srgbClr val="666666"/>
                </a:solidFill>
                <a:latin typeface="Calibri"/>
              </a:rPr>
              <a:t>Of absorptive capacity sits behind gates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456" y="2651760"/>
            <a:ext cx="5669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 i="0">
                <a:solidFill>
                  <a:srgbClr val="1F1F1F"/>
                </a:solidFill>
                <a:latin typeface="Calibri"/>
              </a:rPr>
              <a:t>Observed occupancy in the six surveyed off-street facilities (427 spaces)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19456" y="2852928"/>
            <a:ext cx="4946904" cy="201168"/>
          </a:xfrm>
          <a:prstGeom prst="rect">
            <a:avLst/>
          </a:prstGeom>
          <a:solidFill>
            <a:srgbClr val="EDED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4320" y="2889504"/>
            <a:ext cx="169163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750" b="1" i="0">
                <a:solidFill>
                  <a:srgbClr val="1F1F1F"/>
                </a:solidFill>
                <a:latin typeface="Calibri"/>
              </a:rPr>
              <a:t>Area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57400" y="2889504"/>
            <a:ext cx="13716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750" b="1" i="0">
                <a:solidFill>
                  <a:srgbClr val="1F1F1F"/>
                </a:solidFill>
                <a:latin typeface="Calibri"/>
              </a:rPr>
              <a:t>Facility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20440" y="2889504"/>
            <a:ext cx="47548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750" b="1" i="0">
                <a:solidFill>
                  <a:srgbClr val="1F1F1F"/>
                </a:solidFill>
                <a:latin typeface="Calibri"/>
              </a:rPr>
              <a:t>Spaces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87368" y="2889504"/>
            <a:ext cx="47548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750" b="1" i="0">
                <a:solidFill>
                  <a:srgbClr val="1F1F1F"/>
                </a:solidFill>
                <a:latin typeface="Calibri"/>
              </a:rPr>
              <a:t>Avg.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54296" y="2889504"/>
            <a:ext cx="47548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750" b="1" i="0">
                <a:solidFill>
                  <a:srgbClr val="1F1F1F"/>
                </a:solidFill>
                <a:latin typeface="Calibri"/>
              </a:rPr>
              <a:t>Peak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19456" y="3054096"/>
            <a:ext cx="4946904" cy="201168"/>
          </a:xfrm>
          <a:prstGeom prst="rect">
            <a:avLst/>
          </a:prstGeom>
          <a:solidFill>
            <a:srgbClr val="FFF5F5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74320" y="3090672"/>
            <a:ext cx="169163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750" b="0" i="0">
                <a:solidFill>
                  <a:srgbClr val="1F1F1F"/>
                </a:solidFill>
                <a:latin typeface="Calibri"/>
              </a:rPr>
              <a:t>Gai Avenue (Mega Mall)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057400" y="3090672"/>
            <a:ext cx="13716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750" b="0" i="0">
                <a:solidFill>
                  <a:srgbClr val="666666"/>
                </a:solidFill>
                <a:latin typeface="Calibri"/>
              </a:rPr>
              <a:t>Palace lot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20440" y="3090672"/>
            <a:ext cx="47548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750" b="0" i="0">
                <a:solidFill>
                  <a:srgbClr val="666666"/>
                </a:solidFill>
                <a:latin typeface="Calibri"/>
              </a:rPr>
              <a:t>32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087368" y="3090672"/>
            <a:ext cx="47548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750" b="0" i="0">
                <a:solidFill>
                  <a:srgbClr val="666666"/>
                </a:solidFill>
                <a:latin typeface="Calibri"/>
              </a:rPr>
              <a:t>115%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54296" y="3090672"/>
            <a:ext cx="47548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750" b="1" i="0">
                <a:solidFill>
                  <a:srgbClr val="C62828"/>
                </a:solidFill>
                <a:latin typeface="Calibri"/>
              </a:rPr>
              <a:t>194%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19456" y="3255264"/>
            <a:ext cx="4946904" cy="201168"/>
          </a:xfrm>
          <a:prstGeom prst="rect">
            <a:avLst/>
          </a:prstGeom>
          <a:solidFill>
            <a:srgbClr val="FFF5F5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74320" y="3291840"/>
            <a:ext cx="169163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750" b="0" i="0">
                <a:solidFill>
                  <a:srgbClr val="1F1F1F"/>
                </a:solidFill>
                <a:latin typeface="Calibri"/>
              </a:rPr>
              <a:t>Kentron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057400" y="3291840"/>
            <a:ext cx="13716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750" b="0" i="0">
                <a:solidFill>
                  <a:srgbClr val="666666"/>
                </a:solidFill>
                <a:latin typeface="Calibri"/>
              </a:rPr>
              <a:t>Nalbandyan yard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20440" y="3291840"/>
            <a:ext cx="47548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750" b="0" i="0">
                <a:solidFill>
                  <a:srgbClr val="666666"/>
                </a:solidFill>
                <a:latin typeface="Calibri"/>
              </a:rPr>
              <a:t>60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087368" y="3291840"/>
            <a:ext cx="47548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750" b="0" i="0">
                <a:solidFill>
                  <a:srgbClr val="666666"/>
                </a:solidFill>
                <a:latin typeface="Calibri"/>
              </a:rPr>
              <a:t>81%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654296" y="3291840"/>
            <a:ext cx="47548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750" b="1" i="0">
                <a:solidFill>
                  <a:srgbClr val="C62828"/>
                </a:solidFill>
                <a:latin typeface="Calibri"/>
              </a:rPr>
              <a:t>142%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19456" y="3456432"/>
            <a:ext cx="4946904" cy="201168"/>
          </a:xfrm>
          <a:prstGeom prst="rect">
            <a:avLst/>
          </a:prstGeom>
          <a:solidFill>
            <a:srgbClr val="FFF5F5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74320" y="3493008"/>
            <a:ext cx="169163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750" b="0" i="0">
                <a:solidFill>
                  <a:srgbClr val="1F1F1F"/>
                </a:solidFill>
                <a:latin typeface="Calibri"/>
              </a:rPr>
              <a:t>Komitas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057400" y="3493008"/>
            <a:ext cx="13716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750" b="0" i="0">
                <a:solidFill>
                  <a:srgbClr val="666666"/>
                </a:solidFill>
                <a:latin typeface="Calibri"/>
              </a:rPr>
              <a:t>Komitas City lot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520440" y="3493008"/>
            <a:ext cx="47548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750" b="0" i="0">
                <a:solidFill>
                  <a:srgbClr val="666666"/>
                </a:solidFill>
                <a:latin typeface="Calibri"/>
              </a:rPr>
              <a:t>123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087368" y="3493008"/>
            <a:ext cx="47548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750" b="0" i="0">
                <a:solidFill>
                  <a:srgbClr val="666666"/>
                </a:solidFill>
                <a:latin typeface="Calibri"/>
              </a:rPr>
              <a:t>56%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654296" y="3493008"/>
            <a:ext cx="47548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750" b="1" i="0">
                <a:solidFill>
                  <a:srgbClr val="C62828"/>
                </a:solidFill>
                <a:latin typeface="Calibri"/>
              </a:rPr>
              <a:t>101%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19456" y="3657600"/>
            <a:ext cx="4946904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74320" y="3694176"/>
            <a:ext cx="169163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750" b="0" i="0">
                <a:solidFill>
                  <a:srgbClr val="1F1F1F"/>
                </a:solidFill>
                <a:latin typeface="Calibri"/>
              </a:rPr>
              <a:t>Malatia-Sebastia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057400" y="3694176"/>
            <a:ext cx="13716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750" b="0" i="0">
                <a:solidFill>
                  <a:srgbClr val="666666"/>
                </a:solidFill>
                <a:latin typeface="Calibri"/>
              </a:rPr>
              <a:t>Sebastia yard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520440" y="3694176"/>
            <a:ext cx="47548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750" b="0" i="0">
                <a:solidFill>
                  <a:srgbClr val="666666"/>
                </a:solidFill>
                <a:latin typeface="Calibri"/>
              </a:rPr>
              <a:t>101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087368" y="3694176"/>
            <a:ext cx="47548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750" b="0" i="0">
                <a:solidFill>
                  <a:srgbClr val="666666"/>
                </a:solidFill>
                <a:latin typeface="Calibri"/>
              </a:rPr>
              <a:t>32%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654296" y="3694176"/>
            <a:ext cx="47548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750" b="1" i="0">
                <a:solidFill>
                  <a:srgbClr val="2E7D32"/>
                </a:solidFill>
                <a:latin typeface="Calibri"/>
              </a:rPr>
              <a:t>77%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19456" y="3858768"/>
            <a:ext cx="4946904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74320" y="3895344"/>
            <a:ext cx="169163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750" b="0" i="0">
                <a:solidFill>
                  <a:srgbClr val="1F1F1F"/>
                </a:solidFill>
                <a:latin typeface="Calibri"/>
              </a:rPr>
              <a:t>Shiraz / Hasratyan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057400" y="3895344"/>
            <a:ext cx="13716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750" b="0" i="0">
                <a:solidFill>
                  <a:srgbClr val="666666"/>
                </a:solidFill>
                <a:latin typeface="Calibri"/>
              </a:rPr>
              <a:t>Shiraz off-street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520440" y="3895344"/>
            <a:ext cx="47548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750" b="0" i="0">
                <a:solidFill>
                  <a:srgbClr val="666666"/>
                </a:solidFill>
                <a:latin typeface="Calibri"/>
              </a:rPr>
              <a:t>71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087368" y="3895344"/>
            <a:ext cx="47548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750" b="0" i="0">
                <a:solidFill>
                  <a:srgbClr val="666666"/>
                </a:solidFill>
                <a:latin typeface="Calibri"/>
              </a:rPr>
              <a:t>37%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654296" y="3895344"/>
            <a:ext cx="47548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750" b="1" i="0">
                <a:solidFill>
                  <a:srgbClr val="2E7D32"/>
                </a:solidFill>
                <a:latin typeface="Calibri"/>
              </a:rPr>
              <a:t>59%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19456" y="4059936"/>
            <a:ext cx="4946904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74320" y="4096512"/>
            <a:ext cx="169163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750" b="0" i="0">
                <a:solidFill>
                  <a:srgbClr val="1F1F1F"/>
                </a:solidFill>
                <a:latin typeface="Calibri"/>
              </a:rPr>
              <a:t>Garegin Nzhdeh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057400" y="4096512"/>
            <a:ext cx="13716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750" b="0" i="0">
                <a:solidFill>
                  <a:srgbClr val="666666"/>
                </a:solidFill>
                <a:latin typeface="Calibri"/>
              </a:rPr>
              <a:t>GN off-street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520440" y="4096512"/>
            <a:ext cx="47548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750" b="0" i="0">
                <a:solidFill>
                  <a:srgbClr val="666666"/>
                </a:solidFill>
                <a:latin typeface="Calibri"/>
              </a:rPr>
              <a:t>40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087368" y="4096512"/>
            <a:ext cx="47548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750" b="0" i="0">
                <a:solidFill>
                  <a:srgbClr val="666666"/>
                </a:solidFill>
                <a:latin typeface="Calibri"/>
              </a:rPr>
              <a:t>22%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654296" y="4096512"/>
            <a:ext cx="47548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750" b="1" i="0">
                <a:solidFill>
                  <a:srgbClr val="2E7D32"/>
                </a:solidFill>
                <a:latin typeface="Calibri"/>
              </a:rPr>
              <a:t>45%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74320" y="4297680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750" b="0" i="1">
                <a:solidFill>
                  <a:srgbClr val="666666"/>
                </a:solidFill>
                <a:latin typeface="Calibri"/>
              </a:rPr>
              <a:t>All six — 427 spaces, ~52% full on average across the day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440680" y="2852928"/>
            <a:ext cx="3483864" cy="1408176"/>
          </a:xfrm>
          <a:prstGeom prst="rect">
            <a:avLst/>
          </a:prstGeom>
          <a:solidFill>
            <a:srgbClr val="FAFAFA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5440680" y="2852928"/>
            <a:ext cx="3483864" cy="41148"/>
          </a:xfrm>
          <a:prstGeom prst="rect">
            <a:avLst/>
          </a:prstGeom>
          <a:solidFill>
            <a:srgbClr val="79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550408" y="2999232"/>
            <a:ext cx="326440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791F1F"/>
                </a:solidFill>
                <a:latin typeface="Calibri"/>
              </a:rPr>
              <a:t>Why this is load-bearing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550408" y="3273552"/>
            <a:ext cx="3264408" cy="8961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 i="0">
                <a:solidFill>
                  <a:srgbClr val="1F1F1F"/>
                </a:solidFill>
                <a:latin typeface="Calibri"/>
              </a:rPr>
              <a:t>•  Three of the six are already at or over capacity at the peak</a:t>
            </a:r>
          </a:p>
          <a:p>
            <a:pPr algn="l">
              <a:spcAft>
                <a:spcPts val="400"/>
              </a:spcAft>
            </a:pPr>
            <a:r>
              <a:rPr sz="850" b="0" i="0">
                <a:solidFill>
                  <a:srgbClr val="1F1F1F"/>
                </a:solidFill>
                <a:latin typeface="Calibri"/>
              </a:rPr>
              <a:t>•  Those facilities carry their own demand — excluded from the absorptive count</a:t>
            </a:r>
          </a:p>
          <a:p>
            <a:pPr algn="l">
              <a:spcAft>
                <a:spcPts val="400"/>
              </a:spcAft>
            </a:pPr>
            <a:r>
              <a:rPr sz="850" b="0" i="0">
                <a:solidFill>
                  <a:srgbClr val="1F1F1F"/>
                </a:solidFill>
                <a:latin typeface="Calibri"/>
              </a:rPr>
              <a:t>•  The capacity that closes the gap is still behind gates</a:t>
            </a:r>
          </a:p>
          <a:p>
            <a:pPr algn="l">
              <a:spcAft>
                <a:spcPts val="400"/>
              </a:spcAft>
            </a:pPr>
            <a:r>
              <a:rPr sz="850" b="0" i="0">
                <a:solidFill>
                  <a:srgbClr val="1F1F1F"/>
                </a:solidFill>
                <a:latin typeface="Calibri"/>
              </a:rPr>
              <a:t>•  So: open and manage the yards BEFORE removing kerb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19456" y="4443984"/>
            <a:ext cx="87050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 i="1">
                <a:solidFill>
                  <a:srgbClr val="666666"/>
                </a:solidFill>
                <a:latin typeface="Calibri"/>
              </a:rPr>
              <a:t>Kentron is ~86% yard-dependent, Komitas ~100%. Opening yards is largely untested in post-Soviet courtyards — ownership, consent and revenue-sharing need a dedicated study.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-7315"/>
            <a:ext cx="4599432" cy="261518"/>
          </a:xfrm>
          <a:prstGeom prst="rect">
            <a:avLst/>
          </a:prstGeom>
          <a:noFill/>
        </p:spPr>
        <p:txBody>
          <a:bodyPr wrap="square" lIns="128016" rIns="0" tIns="0" bIns="0" anchor="ctr">
            <a:spAutoFit/>
          </a:bodyPr>
          <a:lstStyle/>
          <a:p>
            <a:pPr algn="l"/>
            <a:r>
              <a:rPr sz="1100" i="1">
                <a:solidFill>
                  <a:srgbClr val="1F1F1F"/>
                </a:solidFill>
                <a:latin typeface="+mj-lt"/>
              </a:rPr>
              <a:t>Parking Assessment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19456" y="384048"/>
            <a:ext cx="78638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 i="0">
                <a:solidFill>
                  <a:srgbClr val="002060"/>
                </a:solidFill>
                <a:latin typeface="Calibri"/>
              </a:rPr>
              <a:t>What the measured evidence changed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9456" y="731520"/>
            <a:ext cx="78638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0" i="0">
                <a:solidFill>
                  <a:srgbClr val="666666"/>
                </a:solidFill>
                <a:latin typeface="Calibri"/>
              </a:rPr>
              <a:t>Each mitigation measure re-tested against the field survey — two were materially revised</a:t>
            </a:r>
          </a:p>
        </p:txBody>
      </p:sp>
      <p:sp>
        <p:nvSpPr>
          <p:cNvPr id="5" name="Rectangle 4"/>
          <p:cNvSpPr/>
          <p:nvPr/>
        </p:nvSpPr>
        <p:spPr>
          <a:xfrm>
            <a:off x="219456" y="1115568"/>
            <a:ext cx="7872983" cy="12801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0456" y="4828032"/>
            <a:ext cx="92354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fld id="{B6F15528-21DE-4FA1-8B65-3B0972ABAC2C}" type="slidenum">
              <a:rPr lang="en-US" sz="1000">
                <a:latin typeface="Calibri"/>
              </a:rPr>
              <a:t>2</a:t>
            </a:fld>
          </a:p>
        </p:txBody>
      </p:sp>
      <p:sp>
        <p:nvSpPr>
          <p:cNvPr id="7" name="Rectangle 6"/>
          <p:cNvSpPr/>
          <p:nvPr/>
        </p:nvSpPr>
        <p:spPr>
          <a:xfrm>
            <a:off x="219456" y="1417320"/>
            <a:ext cx="2039112" cy="1426464"/>
          </a:xfrm>
          <a:prstGeom prst="rect">
            <a:avLst/>
          </a:prstGeom>
          <a:solidFill>
            <a:srgbClr val="FAFAFA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19456" y="1417320"/>
            <a:ext cx="2039112" cy="41148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10896" y="1545336"/>
            <a:ext cx="185623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1" i="0">
                <a:solidFill>
                  <a:srgbClr val="1F1F1F"/>
                </a:solidFill>
                <a:latin typeface="Calibri"/>
              </a:rPr>
              <a:t>Extend paid zones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10896" y="1783080"/>
            <a:ext cx="969264" cy="182880"/>
          </a:xfrm>
          <a:prstGeom prst="rect">
            <a:avLst/>
          </a:prstGeom>
          <a:solidFill>
            <a:srgbClr val="E1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10896" y="1815084"/>
            <a:ext cx="96926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650" b="1" i="0">
                <a:solidFill>
                  <a:srgbClr val="2E7D32"/>
                </a:solidFill>
                <a:latin typeface="Calibri"/>
              </a:rPr>
              <a:t>CONFIRMED — LEAD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0896" y="2039112"/>
            <a:ext cx="1856231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 i="0">
                <a:solidFill>
                  <a:srgbClr val="666666"/>
                </a:solidFill>
                <a:latin typeface="Calibri"/>
              </a:rPr>
              <a:t>About 90% of the kerb is unpriced. Roll the red/blue-line regime onto side streets within 100 m, with ANPR enforcement.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441448" y="1417320"/>
            <a:ext cx="2039112" cy="1426464"/>
          </a:xfrm>
          <a:prstGeom prst="rect">
            <a:avLst/>
          </a:prstGeom>
          <a:solidFill>
            <a:srgbClr val="FAFAFA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441448" y="1417320"/>
            <a:ext cx="2039112" cy="41148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532888" y="1545336"/>
            <a:ext cx="185623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1" i="0">
                <a:solidFill>
                  <a:srgbClr val="1F1F1F"/>
                </a:solidFill>
                <a:latin typeface="Calibri"/>
              </a:rPr>
              <a:t>Organise free parking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532888" y="1783080"/>
            <a:ext cx="1019556" cy="182880"/>
          </a:xfrm>
          <a:prstGeom prst="rect">
            <a:avLst/>
          </a:prstGeom>
          <a:solidFill>
            <a:srgbClr val="E1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532888" y="1815084"/>
            <a:ext cx="101955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650" b="1" i="0">
                <a:solidFill>
                  <a:srgbClr val="2E7D32"/>
                </a:solidFill>
                <a:latin typeface="Calibri"/>
              </a:rPr>
              <a:t>CONFIRMED — WIDEN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32888" y="2039112"/>
            <a:ext cx="1856231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 i="0">
                <a:solidFill>
                  <a:srgbClr val="666666"/>
                </a:solidFill>
                <a:latin typeface="Calibri"/>
              </a:rPr>
              <a:t>88% of corridor parking is unmarked and 24.5% sits off the carriageway. Widen beyond outer zones: Komitas (35% informal), Kentron (60% angled).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663440" y="1417320"/>
            <a:ext cx="2039112" cy="1426464"/>
          </a:xfrm>
          <a:prstGeom prst="rect">
            <a:avLst/>
          </a:prstGeom>
          <a:solidFill>
            <a:srgbClr val="FAFAFA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663440" y="1417320"/>
            <a:ext cx="2039112" cy="41148"/>
          </a:xfrm>
          <a:prstGeom prst="rect">
            <a:avLst/>
          </a:prstGeom>
          <a:solidFill>
            <a:srgbClr val="79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54880" y="1545336"/>
            <a:ext cx="185623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1" i="0">
                <a:solidFill>
                  <a:srgbClr val="1F1F1F"/>
                </a:solidFill>
                <a:latin typeface="Calibri"/>
              </a:rPr>
              <a:t>Open residential yards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754880" y="1783080"/>
            <a:ext cx="1069848" cy="182880"/>
          </a:xfrm>
          <a:prstGeom prst="rect">
            <a:avLst/>
          </a:prstGeom>
          <a:solidFill>
            <a:srgbClr val="FC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54880" y="1815084"/>
            <a:ext cx="106984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650" b="1" i="0">
                <a:solidFill>
                  <a:srgbClr val="791F1F"/>
                </a:solidFill>
                <a:latin typeface="Calibri"/>
              </a:rPr>
              <a:t>NOW A PRECONDITION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54880" y="2039112"/>
            <a:ext cx="1856231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 i="0">
                <a:solidFill>
                  <a:srgbClr val="666666"/>
                </a:solidFill>
                <a:latin typeface="Calibri"/>
              </a:rPr>
              <a:t>Carries about 92% of the absorptive capacity. Re-absorption is conditional on opening these yards — no longer an optional outer-zone pilot.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885432" y="1417320"/>
            <a:ext cx="2039112" cy="1426464"/>
          </a:xfrm>
          <a:prstGeom prst="rect">
            <a:avLst/>
          </a:prstGeom>
          <a:solidFill>
            <a:srgbClr val="FAFAFA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885432" y="1417320"/>
            <a:ext cx="2039112" cy="41148"/>
          </a:xfrm>
          <a:prstGeom prst="rect">
            <a:avLst/>
          </a:prstGeom>
          <a:solidFill>
            <a:srgbClr val="6338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76872" y="1545336"/>
            <a:ext cx="185623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1" i="0">
                <a:solidFill>
                  <a:srgbClr val="1F1F1F"/>
                </a:solidFill>
                <a:latin typeface="Calibri"/>
              </a:rPr>
              <a:t>Delivery spaces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976872" y="1783080"/>
            <a:ext cx="1120139" cy="182880"/>
          </a:xfrm>
          <a:prstGeom prst="rect">
            <a:avLst/>
          </a:prstGeom>
          <a:solidFill>
            <a:srgbClr val="FAEE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976872" y="1815084"/>
            <a:ext cx="112013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650" b="1" i="0">
                <a:solidFill>
                  <a:srgbClr val="633806"/>
                </a:solidFill>
                <a:latin typeface="Calibri"/>
              </a:rPr>
              <a:t>CONFIRMED — RE-SIZE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76872" y="2039112"/>
            <a:ext cx="1856231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 i="0">
                <a:solidFill>
                  <a:srgbClr val="666666"/>
                </a:solidFill>
                <a:latin typeface="Calibri"/>
              </a:rPr>
              <a:t>Size loading bays to the measured freight pockets — truck share 12.6% in Malatia-Sebastia and 8.0% in Shiraz against 4.9% citywide — not uniformly.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19456" y="2935224"/>
            <a:ext cx="2039112" cy="1426464"/>
          </a:xfrm>
          <a:prstGeom prst="rect">
            <a:avLst/>
          </a:prstGeom>
          <a:solidFill>
            <a:srgbClr val="FAFAFA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19456" y="2935224"/>
            <a:ext cx="2039112" cy="41148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10896" y="3063240"/>
            <a:ext cx="185623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1" i="0">
                <a:solidFill>
                  <a:srgbClr val="1F1F1F"/>
                </a:solidFill>
                <a:latin typeface="Calibri"/>
              </a:rPr>
              <a:t>Resident permits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10896" y="3300984"/>
            <a:ext cx="1120139" cy="182880"/>
          </a:xfrm>
          <a:prstGeom prst="rect">
            <a:avLst/>
          </a:prstGeom>
          <a:solidFill>
            <a:srgbClr val="E3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10896" y="3332988"/>
            <a:ext cx="112013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650" b="1" i="0">
                <a:solidFill>
                  <a:srgbClr val="1565C0"/>
                </a:solidFill>
                <a:latin typeface="Calibri"/>
              </a:rPr>
              <a:t>KEEP — BUT PRICE IT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10896" y="3557016"/>
            <a:ext cx="1856231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 i="0">
                <a:solidFill>
                  <a:srgbClr val="666666"/>
                </a:solidFill>
                <a:latin typeface="Calibri"/>
              </a:rPr>
              <a:t>Tbilisi is a cautionary case, not a model: two free vehicles per apartment produced exactly the long-stay pattern to avoid. Price or cap from the outset.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441448" y="2935224"/>
            <a:ext cx="2039112" cy="1426464"/>
          </a:xfrm>
          <a:prstGeom prst="rect">
            <a:avLst/>
          </a:prstGeom>
          <a:solidFill>
            <a:srgbClr val="FAFAFA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2441448" y="2935224"/>
            <a:ext cx="2039112" cy="41148"/>
          </a:xfrm>
          <a:prstGeom prst="rect">
            <a:avLst/>
          </a:prstGeom>
          <a:solidFill>
            <a:srgbClr val="6338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532888" y="3063240"/>
            <a:ext cx="185623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1" i="0">
                <a:solidFill>
                  <a:srgbClr val="1F1F1F"/>
                </a:solidFill>
                <a:latin typeface="Calibri"/>
              </a:rPr>
              <a:t>Visitor caps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532888" y="3300984"/>
            <a:ext cx="566928" cy="182880"/>
          </a:xfrm>
          <a:prstGeom prst="rect">
            <a:avLst/>
          </a:prstGeom>
          <a:solidFill>
            <a:srgbClr val="FAEE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532888" y="3332988"/>
            <a:ext cx="56692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650" b="1" i="0">
                <a:solidFill>
                  <a:srgbClr val="633806"/>
                </a:solidFill>
                <a:latin typeface="Calibri"/>
              </a:rPr>
              <a:t>RE-SCOPE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532888" y="3557016"/>
            <a:ext cx="1856231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 i="0">
                <a:solidFill>
                  <a:srgbClr val="666666"/>
                </a:solidFill>
                <a:latin typeface="Calibri"/>
              </a:rPr>
              <a:t>The data contradicts the premise: 63% of vehicles already stay an hour or less and all-day parking is ~6%. Demote to a targeted contingency; lead with pricing.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663440" y="2935224"/>
            <a:ext cx="2039112" cy="1426464"/>
          </a:xfrm>
          <a:prstGeom prst="rect">
            <a:avLst/>
          </a:prstGeom>
          <a:solidFill>
            <a:srgbClr val="FAFAFA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663440" y="2935224"/>
            <a:ext cx="2039112" cy="41148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754880" y="3063240"/>
            <a:ext cx="185623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1" i="0">
                <a:solidFill>
                  <a:srgbClr val="1F1F1F"/>
                </a:solidFill>
                <a:latin typeface="Calibri"/>
              </a:rPr>
              <a:t>Park &amp; ride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754880" y="3300984"/>
            <a:ext cx="768096" cy="182880"/>
          </a:xfrm>
          <a:prstGeom prst="rect">
            <a:avLst/>
          </a:prstGeom>
          <a:solidFill>
            <a:srgbClr val="EDED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754880" y="3332988"/>
            <a:ext cx="76809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650" b="1" i="0">
                <a:solidFill>
                  <a:srgbClr val="666666"/>
                </a:solidFill>
                <a:latin typeface="Calibri"/>
              </a:rPr>
              <a:t>FUTURE STUDY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754880" y="3557016"/>
            <a:ext cx="1856231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 i="0">
                <a:solidFill>
                  <a:srgbClr val="666666"/>
                </a:solidFill>
                <a:latin typeface="Calibri"/>
              </a:rPr>
              <a:t>The daytime fleet is overwhelmingly short-stay, so P&amp;R is not the binding lever now. Retain as a strategic study item for the BRT terminals.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885432" y="2935224"/>
            <a:ext cx="2039112" cy="1426464"/>
          </a:xfrm>
          <a:prstGeom prst="rect">
            <a:avLst/>
          </a:prstGeom>
          <a:solidFill>
            <a:srgbClr val="FAFAFA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885432" y="2935224"/>
            <a:ext cx="2039112" cy="41148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995160" y="3081528"/>
            <a:ext cx="181965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666666"/>
                </a:solidFill>
                <a:latin typeface="Calibri"/>
              </a:rPr>
              <a:t>Also flagged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995160" y="3355848"/>
            <a:ext cx="1819656" cy="9143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 i="0">
                <a:solidFill>
                  <a:srgbClr val="1F1F1F"/>
                </a:solidFill>
                <a:latin typeface="Calibri"/>
              </a:rPr>
              <a:t>•  Phase out the flat annual permit — it removes the marginal cost of dwell time and so works against the turnover the data shows is the binding lever.</a:t>
            </a:r>
          </a:p>
          <a:p>
            <a:pPr algn="l">
              <a:spcAft>
                <a:spcPts val="400"/>
              </a:spcAft>
            </a:pPr>
            <a:r>
              <a:rPr sz="850" b="0" i="0">
                <a:solidFill>
                  <a:srgbClr val="1F1F1F"/>
                </a:solidFill>
                <a:latin typeface="Calibri"/>
              </a:rPr>
              <a:t>•  A candidate idea, not yet a measure: substantiate with PCS permit-uptake and tariff data first.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19456" y="4443984"/>
            <a:ext cx="87050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 i="1">
                <a:solidFill>
                  <a:srgbClr val="666666"/>
                </a:solidFill>
                <a:latin typeface="Calibri"/>
              </a:rPr>
              <a:t>The corridor itself remains the primary mitigation: faster, more reliable public transport reduces the number of trips that need to park at all. Every measure above is complementary to that structural shift.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-7315"/>
            <a:ext cx="4599432" cy="261518"/>
          </a:xfrm>
          <a:prstGeom prst="rect">
            <a:avLst/>
          </a:prstGeom>
          <a:noFill/>
        </p:spPr>
        <p:txBody>
          <a:bodyPr wrap="square" lIns="128016" rIns="0" tIns="0" bIns="0" anchor="ctr">
            <a:spAutoFit/>
          </a:bodyPr>
          <a:lstStyle/>
          <a:p>
            <a:pPr algn="l"/>
            <a:r>
              <a:rPr sz="1100" i="1">
                <a:solidFill>
                  <a:srgbClr val="1F1F1F"/>
                </a:solidFill>
                <a:latin typeface="+mj-lt"/>
              </a:rPr>
              <a:t>Parking Assessment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19456" y="384048"/>
            <a:ext cx="78638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 i="0">
                <a:solidFill>
                  <a:srgbClr val="002060"/>
                </a:solidFill>
                <a:latin typeface="Calibri"/>
              </a:rPr>
              <a:t>Mitigation packages by sensitivity zone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9456" y="731520"/>
            <a:ext cx="78638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0" i="0">
                <a:solidFill>
                  <a:srgbClr val="666666"/>
                </a:solidFill>
                <a:latin typeface="Calibri"/>
              </a:rPr>
              <a:t>Recalibrated by the survey: Komitas moves up to high sensitivity; Gai Avenue is handled as an exception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219456" y="1115568"/>
            <a:ext cx="7872983" cy="12801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0456" y="4828032"/>
            <a:ext cx="92354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fld id="{B6F15528-21DE-4FA1-8B65-3B0972ABAC2C}" type="slidenum">
              <a:rPr lang="en-US" sz="1000">
                <a:latin typeface="Calibri"/>
              </a:rPr>
              <a:t>2</a:t>
            </a:fld>
          </a:p>
        </p:txBody>
      </p:sp>
      <p:sp>
        <p:nvSpPr>
          <p:cNvPr id="7" name="Rectangle 6"/>
          <p:cNvSpPr/>
          <p:nvPr/>
        </p:nvSpPr>
        <p:spPr>
          <a:xfrm>
            <a:off x="219456" y="1417320"/>
            <a:ext cx="2779775" cy="2212848"/>
          </a:xfrm>
          <a:prstGeom prst="rect">
            <a:avLst/>
          </a:prstGeom>
          <a:solidFill>
            <a:srgbClr val="FCEBEB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19456" y="1417320"/>
            <a:ext cx="2779775" cy="41148"/>
          </a:xfrm>
          <a:prstGeom prst="rect">
            <a:avLst/>
          </a:prstGeom>
          <a:solidFill>
            <a:srgbClr val="79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9184" y="1545336"/>
            <a:ext cx="2560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791F1F"/>
                </a:solidFill>
                <a:latin typeface="Calibri"/>
              </a:rPr>
              <a:t>HIGH SENSITIVITY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84" y="1783080"/>
            <a:ext cx="25603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F1F1F"/>
                </a:solidFill>
                <a:latin typeface="Calibri"/>
              </a:rPr>
              <a:t>Kentron CBD · 138% peak · 14% absorbed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F1F1F"/>
                </a:solidFill>
                <a:latin typeface="Calibri"/>
              </a:rPr>
              <a:t>Komitas · 123% peak · 0% absorbed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F1F1F"/>
                </a:solidFill>
                <a:latin typeface="Calibri"/>
              </a:rPr>
              <a:t>— moved up from medium by the survey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9184" y="2551176"/>
            <a:ext cx="25603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850" b="0" i="0">
                <a:solidFill>
                  <a:srgbClr val="791F1F"/>
                </a:solidFill>
                <a:latin typeface="Calibri"/>
              </a:rPr>
              <a:t>•  Extend paid zones — lead</a:t>
            </a:r>
          </a:p>
          <a:p>
            <a:pPr algn="l">
              <a:spcAft>
                <a:spcPts val="500"/>
              </a:spcAft>
            </a:pPr>
            <a:r>
              <a:rPr sz="850" b="0" i="0">
                <a:solidFill>
                  <a:srgbClr val="791F1F"/>
                </a:solidFill>
                <a:latin typeface="Calibri"/>
              </a:rPr>
              <a:t>•  Open residential yards — precondition</a:t>
            </a:r>
          </a:p>
          <a:p>
            <a:pPr algn="l">
              <a:spcAft>
                <a:spcPts val="500"/>
              </a:spcAft>
            </a:pPr>
            <a:r>
              <a:rPr sz="850" b="0" i="0">
                <a:solidFill>
                  <a:srgbClr val="791F1F"/>
                </a:solidFill>
                <a:latin typeface="Calibri"/>
              </a:rPr>
              <a:t>•  Delivery spaces</a:t>
            </a:r>
          </a:p>
          <a:p>
            <a:pPr algn="l">
              <a:spcAft>
                <a:spcPts val="500"/>
              </a:spcAft>
            </a:pPr>
            <a:r>
              <a:rPr sz="850" b="0" i="0">
                <a:solidFill>
                  <a:srgbClr val="791F1F"/>
                </a:solidFill>
                <a:latin typeface="Calibri"/>
              </a:rPr>
              <a:t>•  Resident permits</a:t>
            </a:r>
          </a:p>
          <a:p>
            <a:pPr algn="l">
              <a:spcAft>
                <a:spcPts val="500"/>
              </a:spcAft>
            </a:pPr>
            <a:r>
              <a:rPr sz="850" b="0" i="0">
                <a:solidFill>
                  <a:srgbClr val="791F1F"/>
                </a:solidFill>
                <a:latin typeface="Calibri"/>
              </a:rPr>
              <a:t>•  Visitor caps — contingency only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182111" y="1417320"/>
            <a:ext cx="2779775" cy="2212848"/>
          </a:xfrm>
          <a:prstGeom prst="rect">
            <a:avLst/>
          </a:prstGeom>
          <a:solidFill>
            <a:srgbClr val="FAEEDA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182111" y="1417320"/>
            <a:ext cx="2779775" cy="41148"/>
          </a:xfrm>
          <a:prstGeom prst="rect">
            <a:avLst/>
          </a:prstGeom>
          <a:solidFill>
            <a:srgbClr val="6338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91839" y="1545336"/>
            <a:ext cx="2560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633806"/>
                </a:solidFill>
                <a:latin typeface="Calibri"/>
              </a:rPr>
              <a:t>MEDIUM SENSITIVITY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91839" y="1783080"/>
            <a:ext cx="25603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F1F1F"/>
                </a:solidFill>
                <a:latin typeface="Calibri"/>
              </a:rPr>
              <a:t>Arshakunyats · Kievyan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F1F1F"/>
                </a:solidFill>
                <a:latin typeface="Calibri"/>
              </a:rPr>
              <a:t>Substantial pressure, but more nearby capacity than the core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F1F1F"/>
                </a:solidFill>
                <a:latin typeface="Calibri"/>
              </a:rPr>
              <a:t>— orderly redistribution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91839" y="2551176"/>
            <a:ext cx="25603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850" b="0" i="0">
                <a:solidFill>
                  <a:srgbClr val="633806"/>
                </a:solidFill>
                <a:latin typeface="Calibri"/>
              </a:rPr>
              <a:t>•  Extend paid zones</a:t>
            </a:r>
          </a:p>
          <a:p>
            <a:pPr algn="l">
              <a:spcAft>
                <a:spcPts val="500"/>
              </a:spcAft>
            </a:pPr>
            <a:r>
              <a:rPr sz="850" b="0" i="0">
                <a:solidFill>
                  <a:srgbClr val="633806"/>
                </a:solidFill>
                <a:latin typeface="Calibri"/>
              </a:rPr>
              <a:t>•  Delivery spaces</a:t>
            </a:r>
          </a:p>
          <a:p>
            <a:pPr algn="l">
              <a:spcAft>
                <a:spcPts val="500"/>
              </a:spcAft>
            </a:pPr>
            <a:r>
              <a:rPr sz="850" b="0" i="0">
                <a:solidFill>
                  <a:srgbClr val="633806"/>
                </a:solidFill>
                <a:latin typeface="Calibri"/>
              </a:rPr>
              <a:t>•  Park &amp; ride where relevant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44768" y="1417320"/>
            <a:ext cx="2779775" cy="2212848"/>
          </a:xfrm>
          <a:prstGeom prst="rect">
            <a:avLst/>
          </a:prstGeom>
          <a:solidFill>
            <a:srgbClr val="E1F5EE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44768" y="1417320"/>
            <a:ext cx="2779775" cy="41148"/>
          </a:xfrm>
          <a:prstGeom prst="rect">
            <a:avLst/>
          </a:prstGeom>
          <a:solidFill>
            <a:srgbClr val="0850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54496" y="1545336"/>
            <a:ext cx="2560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085041"/>
                </a:solidFill>
                <a:latin typeface="Calibri"/>
              </a:rPr>
              <a:t>LOWER SENSITIVITY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54496" y="1783080"/>
            <a:ext cx="25603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F1F1F"/>
                </a:solidFill>
                <a:latin typeface="Calibri"/>
              </a:rPr>
              <a:t>Shiraz 75% · Malatia-Sebastia 54% peak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F1F1F"/>
                </a:solidFill>
                <a:latin typeface="Calibri"/>
              </a:rPr>
              <a:t>Bagratunyats, Sebastia, Raffi, Nor Nork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F1F1F"/>
                </a:solidFill>
                <a:latin typeface="Calibri"/>
              </a:rPr>
              <a:t>— structure before pricing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54496" y="2551176"/>
            <a:ext cx="25603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850" b="0" i="0">
                <a:solidFill>
                  <a:srgbClr val="085041"/>
                </a:solidFill>
                <a:latin typeface="Calibri"/>
              </a:rPr>
              <a:t>•  Organise free parking</a:t>
            </a:r>
          </a:p>
          <a:p>
            <a:pPr algn="l">
              <a:spcAft>
                <a:spcPts val="500"/>
              </a:spcAft>
            </a:pPr>
            <a:r>
              <a:rPr sz="850" b="0" i="0">
                <a:solidFill>
                  <a:srgbClr val="085041"/>
                </a:solidFill>
                <a:latin typeface="Calibri"/>
              </a:rPr>
              <a:t>•  Park &amp; ride</a:t>
            </a:r>
          </a:p>
          <a:p>
            <a:pPr algn="l">
              <a:spcAft>
                <a:spcPts val="500"/>
              </a:spcAft>
            </a:pPr>
            <a:r>
              <a:rPr sz="850" b="0" i="0">
                <a:solidFill>
                  <a:srgbClr val="085041"/>
                </a:solidFill>
                <a:latin typeface="Calibri"/>
              </a:rPr>
              <a:t>•  Open residential yards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19456" y="3767328"/>
            <a:ext cx="8705088" cy="676656"/>
          </a:xfrm>
          <a:prstGeom prst="rect">
            <a:avLst/>
          </a:prstGeom>
          <a:solidFill>
            <a:srgbClr val="FAFAFA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19456" y="3767328"/>
            <a:ext cx="8705088" cy="41148"/>
          </a:xfrm>
          <a:prstGeom prst="rect">
            <a:avLst/>
          </a:prstGeom>
          <a:solidFill>
            <a:srgbClr val="79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9184" y="3913632"/>
            <a:ext cx="848563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791F1F"/>
                </a:solidFill>
                <a:latin typeface="Calibri"/>
              </a:rPr>
              <a:t>Exception  —  Gai Avenue (Mega Mall)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9184" y="4187952"/>
            <a:ext cx="84856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1F1F1F"/>
                </a:solidFill>
                <a:latin typeface="Calibri"/>
              </a:rPr>
              <a:t>•  123% peak. Even filling every nearby yard leaves demand unaccommodated (89% best case) — so the kerb parking stays for now, to be revisited as the area changes.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-7315"/>
            <a:ext cx="4599432" cy="261518"/>
          </a:xfrm>
          <a:prstGeom prst="rect">
            <a:avLst/>
          </a:prstGeom>
          <a:noFill/>
        </p:spPr>
        <p:txBody>
          <a:bodyPr wrap="square" lIns="128016" rIns="0" tIns="0" bIns="0" anchor="ctr">
            <a:spAutoFit/>
          </a:bodyPr>
          <a:lstStyle/>
          <a:p>
            <a:pPr algn="l"/>
            <a:r>
              <a:rPr sz="1100" i="1">
                <a:solidFill>
                  <a:srgbClr val="1F1F1F"/>
                </a:solidFill>
                <a:latin typeface="+mj-lt"/>
              </a:rPr>
              <a:t>Parking Assessment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19456" y="384048"/>
            <a:ext cx="78638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 i="0">
                <a:solidFill>
                  <a:srgbClr val="002060"/>
                </a:solidFill>
                <a:latin typeface="Calibri"/>
              </a:rPr>
              <a:t>Conclusions and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9456" y="731520"/>
            <a:ext cx="78638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0" i="0">
                <a:solidFill>
                  <a:srgbClr val="666666"/>
                </a:solidFill>
                <a:latin typeface="Calibri"/>
              </a:rPr>
              <a:t>The parking case is now evidence-based end to end — with one load-bearing condition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219456" y="1115568"/>
            <a:ext cx="7872983" cy="12801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0456" y="4828032"/>
            <a:ext cx="92354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fld id="{B6F15528-21DE-4FA1-8B65-3B0972ABAC2C}" type="slidenum">
              <a:rPr lang="en-US" sz="1000">
                <a:latin typeface="Calibri"/>
              </a:rPr>
              <a:t>2</a:t>
            </a:fld>
          </a:p>
        </p:txBody>
      </p:sp>
      <p:sp>
        <p:nvSpPr>
          <p:cNvPr id="7" name="Rectangle 6"/>
          <p:cNvSpPr/>
          <p:nvPr/>
        </p:nvSpPr>
        <p:spPr>
          <a:xfrm>
            <a:off x="219456" y="1417320"/>
            <a:ext cx="4261104" cy="2240280"/>
          </a:xfrm>
          <a:prstGeom prst="rect">
            <a:avLst/>
          </a:prstGeom>
          <a:solidFill>
            <a:srgbClr val="FAFAFA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19456" y="1417320"/>
            <a:ext cx="4261104" cy="41148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9184" y="1563624"/>
            <a:ext cx="404164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1F1F1F"/>
                </a:solidFill>
                <a:latin typeface="Calibri"/>
              </a:rPr>
              <a:t>Conclusions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84" y="1837943"/>
            <a:ext cx="4041648" cy="1728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 i="0">
                <a:solidFill>
                  <a:srgbClr val="1F1F1F"/>
                </a:solidFill>
                <a:latin typeface="Calibri"/>
              </a:rPr>
              <a:t>•  Parking loss is substantial and inherent to the design — about 85% of on-corridor supply (5,953 spaces).</a:t>
            </a:r>
          </a:p>
          <a:p>
            <a:pPr algn="l">
              <a:spcAft>
                <a:spcPts val="400"/>
              </a:spcAft>
            </a:pPr>
            <a:r>
              <a:rPr sz="850" b="0" i="0">
                <a:solidFill>
                  <a:srgbClr val="1F1F1F"/>
                </a:solidFill>
                <a:latin typeface="Calibri"/>
              </a:rPr>
              <a:t>•  The demand side is now measured, not inferred: 93% peak occupancy, short-stay and high-turnover.</a:t>
            </a:r>
          </a:p>
          <a:p>
            <a:pPr algn="l">
              <a:spcAft>
                <a:spcPts val="400"/>
              </a:spcAft>
            </a:pPr>
            <a:r>
              <a:rPr sz="850" b="0" i="0">
                <a:solidFill>
                  <a:srgbClr val="1F1F1F"/>
                </a:solidFill>
                <a:latin typeface="Calibri"/>
              </a:rPr>
              <a:t>•  Displaced demand is only 55% of the spaces removed — the European finding, confirmed locally.</a:t>
            </a:r>
          </a:p>
          <a:p>
            <a:pPr algn="l">
              <a:spcAft>
                <a:spcPts val="400"/>
              </a:spcAft>
            </a:pPr>
            <a:r>
              <a:rPr sz="850" b="0" i="0">
                <a:solidFill>
                  <a:srgbClr val="1F1F1F"/>
                </a:solidFill>
                <a:latin typeface="Calibri"/>
              </a:rPr>
              <a:t>•  Re-absorption approaching 100% is achievable but conditional on opening gated yards (92% of capacity).</a:t>
            </a:r>
          </a:p>
          <a:p>
            <a:pPr algn="l">
              <a:spcAft>
                <a:spcPts val="400"/>
              </a:spcAft>
            </a:pPr>
            <a:r>
              <a:rPr sz="850" b="0" i="0">
                <a:solidFill>
                  <a:srgbClr val="1F1F1F"/>
                </a:solidFill>
                <a:latin typeface="Calibri"/>
              </a:rPr>
              <a:t>•  Mitigation must be layered, and must precede kerb removal rather than follow it.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663440" y="1417320"/>
            <a:ext cx="4261104" cy="2240280"/>
          </a:xfrm>
          <a:prstGeom prst="rect">
            <a:avLst/>
          </a:prstGeom>
          <a:solidFill>
            <a:srgbClr val="FAFAFA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663440" y="1417320"/>
            <a:ext cx="4261104" cy="41148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73168" y="1563624"/>
            <a:ext cx="404164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1F1F1F"/>
                </a:solidFill>
                <a:latin typeface="Calibri"/>
              </a:rPr>
              <a:t>Next steps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73168" y="1837943"/>
            <a:ext cx="4041648" cy="1728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 i="0">
                <a:solidFill>
                  <a:srgbClr val="1F1F1F"/>
                </a:solidFill>
                <a:latin typeface="Calibri"/>
              </a:rPr>
              <a:t>•  A dedicated residential-yard opening study: ownership, consent thresholds, revenue-sharing, enforcement.</a:t>
            </a:r>
          </a:p>
          <a:p>
            <a:pPr algn="l">
              <a:spcAft>
                <a:spcPts val="400"/>
              </a:spcAft>
            </a:pPr>
            <a:r>
              <a:rPr sz="850" b="0" i="0">
                <a:solidFill>
                  <a:srgbClr val="1F1F1F"/>
                </a:solidFill>
                <a:latin typeface="Calibri"/>
              </a:rPr>
              <a:t>•  Extend the supply inventory citywide, beyond the corridor buffer.</a:t>
            </a:r>
          </a:p>
          <a:p>
            <a:pPr algn="l">
              <a:spcAft>
                <a:spcPts val="400"/>
              </a:spcAft>
            </a:pPr>
            <a:r>
              <a:rPr sz="850" b="0" i="0">
                <a:solidFill>
                  <a:srgbClr val="1F1F1F"/>
                </a:solidFill>
                <a:latin typeface="Calibri"/>
              </a:rPr>
              <a:t>•  Progressively expand the red-line zonal system into the influence-area side streets.</a:t>
            </a:r>
          </a:p>
          <a:p>
            <a:pPr algn="l">
              <a:spcAft>
                <a:spcPts val="400"/>
              </a:spcAft>
            </a:pPr>
            <a:r>
              <a:rPr sz="850" b="0" i="0">
                <a:solidFill>
                  <a:srgbClr val="1F1F1F"/>
                </a:solidFill>
                <a:latin typeface="Calibri"/>
              </a:rPr>
              <a:t>•  Park &amp; ride feasibility; resident-permit legal basis; willingness-to-pay to calibrate tariffs.</a:t>
            </a:r>
          </a:p>
          <a:p>
            <a:pPr algn="l">
              <a:spcAft>
                <a:spcPts val="400"/>
              </a:spcAft>
            </a:pPr>
            <a:r>
              <a:rPr sz="850" b="0" i="0">
                <a:solidFill>
                  <a:srgbClr val="1F1F1F"/>
                </a:solidFill>
                <a:latin typeface="Calibri"/>
              </a:rPr>
              <a:t>•  Monitor side-street occupancy after commissioning and adapt pricing and enforcement.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19456" y="3767328"/>
            <a:ext cx="8705088" cy="621792"/>
          </a:xfrm>
          <a:prstGeom prst="rect">
            <a:avLst/>
          </a:prstGeom>
          <a:solidFill>
            <a:srgbClr val="FAFAFA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19456" y="3767328"/>
            <a:ext cx="8705088" cy="41148"/>
          </a:xfrm>
          <a:prstGeom prst="rect">
            <a:avLst/>
          </a:prstGeom>
          <a:solidFill>
            <a:srgbClr val="79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9184" y="3913632"/>
            <a:ext cx="848563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791F1F"/>
                </a:solidFill>
                <a:latin typeface="Calibri"/>
              </a:rPr>
              <a:t>Sequencing is the decision that matters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9184" y="4187952"/>
            <a:ext cx="84856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1F1F1F"/>
                </a:solidFill>
                <a:latin typeface="Calibri"/>
              </a:rPr>
              <a:t>•  Removing kerb capacity ahead of opening the yards would strand the displaced demand the survey measures. Mitigation before removal is load-bearing, not advisory.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456" y="4443984"/>
            <a:ext cx="87050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 i="1">
                <a:solidFill>
                  <a:srgbClr val="666666"/>
                </a:solidFill>
                <a:latin typeface="Calibri"/>
              </a:rPr>
              <a:t>Full interactive results: yerevan-parking.vercel.app  ·  Detail in Output 8 (Parking Surveys and Analysis) and Output 10 (Parking Analysis).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Theme1 - Yereva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Ideal Sans Semibold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 - Yerevan" id="{644B7ADF-76CD-4A01-AF58-5815A1F554C6}" vid="{09C1EB2D-F804-4DCC-858E-C8C3031D2ED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13f8e0ee-5908-434f-88f8-7ccb727f6c74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1FF74EBF0D96645957ED11344E714AC" ma:contentTypeVersion="12" ma:contentTypeDescription="Create a new document." ma:contentTypeScope="" ma:versionID="3752a8ea38868eb5b5fd4186769f9dff">
  <xsd:schema xmlns:xsd="http://www.w3.org/2001/XMLSchema" xmlns:xs="http://www.w3.org/2001/XMLSchema" xmlns:p="http://schemas.microsoft.com/office/2006/metadata/properties" xmlns:ns2="13f8e0ee-5908-434f-88f8-7ccb727f6c74" targetNamespace="http://schemas.microsoft.com/office/2006/metadata/properties" ma:root="true" ma:fieldsID="d8d592efc19b88d74239f2292397685a" ns2:_="">
    <xsd:import namespace="13f8e0ee-5908-434f-88f8-7ccb727f6c7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2:MediaServiceOCR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3f8e0ee-5908-434f-88f8-7ccb727f6c7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5eaf0ea5-da70-44a6-8112-078ee3a72ac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Location" ma:indexed="true" ma:internalName="MediaServiceLocatio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32687BB-892F-4338-A556-D41122D33B6C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423A1F4-6359-4623-A104-1A589FB74C52}">
  <ds:schemaRefs>
    <ds:schemaRef ds:uri="13f8e0ee-5908-434f-88f8-7ccb727f6c74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27E0CC60-6EAE-42BD-B007-D7DD1838276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3f8e0ee-5908-434f-88f8-7ccb727f6c7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apluss_16_9</Template>
  <TotalTime>1161</TotalTime>
  <Words>310</Words>
  <Application>Microsoft Office PowerPoint</Application>
  <PresentationFormat>On-screen Show (16:9)</PresentationFormat>
  <Paragraphs>86</Paragraphs>
  <Slides>10</Slides>
  <Notes>4</Notes>
  <HiddenSlides>2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Calibri</vt:lpstr>
      <vt:lpstr>Roboto Slab</vt:lpstr>
      <vt:lpstr>Wingdings</vt:lpstr>
      <vt:lpstr>Theme1 - Yerevan</vt:lpstr>
      <vt:lpstr>think-cell Slide</vt:lpstr>
      <vt:lpstr>PowerPoint Presentation</vt:lpstr>
      <vt:lpstr>Contents</vt:lpstr>
      <vt:lpstr>PowerPoint Presentation</vt:lpstr>
      <vt:lpstr>PowerPoint Presentation</vt:lpstr>
      <vt:lpstr>Contents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Anastasia Epik</dc:creator>
  <cp:lastModifiedBy>Priscila Damasio</cp:lastModifiedBy>
  <cp:revision>1</cp:revision>
  <dcterms:created xsi:type="dcterms:W3CDTF">2021-02-26T09:11:37Z</dcterms:created>
  <dcterms:modified xsi:type="dcterms:W3CDTF">2026-07-14T21:08:23Z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Order">
    <vt:r8>464900</vt:r8>
  </property>
  <property fmtid="{D5CDD505-2E9C-101B-9397-08002B2CF9AE}" pid="3" name="xd_ProgID">
    <vt:lpwstr/>
  </property>
  <property fmtid="{D5CDD505-2E9C-101B-9397-08002B2CF9AE}" pid="4" name="MediaServiceImageTags">
    <vt:lpwstr/>
  </property>
  <property fmtid="{D5CDD505-2E9C-101B-9397-08002B2CF9AE}" pid="5" name="ContentTypeId">
    <vt:lpwstr>0x010100D1FF74EBF0D96645957ED11344E714AC</vt:lpwstr>
  </property>
  <property fmtid="{D5CDD505-2E9C-101B-9397-08002B2CF9AE}" pid="6" name="ComplianceAssetId">
    <vt:lpwstr/>
  </property>
  <property fmtid="{D5CDD505-2E9C-101B-9397-08002B2CF9AE}" pid="7" name="TemplateUrl">
    <vt:lpwstr/>
  </property>
  <property fmtid="{D5CDD505-2E9C-101B-9397-08002B2CF9AE}" pid="8" name="_ExtendedDescription">
    <vt:lpwstr/>
  </property>
  <property fmtid="{D5CDD505-2E9C-101B-9397-08002B2CF9AE}" pid="9" name="TriggerFlowInfo">
    <vt:lpwstr/>
  </property>
  <property fmtid="{D5CDD505-2E9C-101B-9397-08002B2CF9AE}" pid="10" name="xd_Signature">
    <vt:bool>false</vt:bool>
  </property>
</Properties>
</file>