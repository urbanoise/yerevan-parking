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5" r:id="rId4"/>
  </p:sldMasterIdLst>
  <p:notesMasterIdLst>
    <p:notesMasterId r:id="rId11"/>
  </p:notesMasterIdLst>
  <p:handoutMasterIdLst>
    <p:handoutMasterId r:id="rId12"/>
  </p:handoutMasterIdLst>
  <p:sldIdLst>
    <p:sldId id="256" r:id="rId5"/>
    <p:sldId id="257" r:id="rId6"/>
    <p:sldId id="258" r:id="rId7"/>
    <p:sldId id="259" r:id="rId8"/>
    <p:sldId id="260" r:id="rId9"/>
    <p:sldId id="261" r:id="rId10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7C96881-D6E7-476E-9580-C752C619F49D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D83B818-2E51-8D8F-91F3-85A5F5C5DEF0}" name="Livia Delgado" initials="LD" userId="S::livia.delgado@logiteng.com::e59ae96f-f6e2-4020-9a3b-4be3467e0e20" providerId="AD"/>
  <p188:author id="{A2D4831B-2F5C-6E30-29A1-FAA8F7D87BE7}" name="Lucas Melo" initials="LE" userId="S::lucas.melo@logiteng.com::1b3c276c-041f-4dbd-8875-4abc34e31f70" providerId="AD"/>
  <p188:author id="{4A138A3C-2BBF-42EC-4252-19C5CDF8EA79}" name="Laura K C Fleury" initials="LF" userId="S::laura.fleury@logiteng.com::6a2c9d05-cbac-4ccd-ae51-3cc907105659" providerId="AD"/>
  <p188:author id="{9B3A28DA-7EFA-E4B1-23F4-8496C9D7EDD6}" name="Priscila Damasio" initials="PD" userId="S::priscila.damasio@logiteng.com::44e83ed5-f623-4739-a4a6-03b3f9441365" providerId="AD"/>
  <p188:author id="{580A66E2-5E55-FC58-4503-8D4CBAEC1D73}" name="Breno Boiani" initials="BB" userId="S::breno.boiani@logiteng.com::cf953c33-efd7-48ca-9631-b9e99e6d42fe" providerId="AD"/>
  <p188:author id="{75EDCAE7-35A3-F4CD-5CE4-963BC683D3E6}" name="Marcela Marajó" initials="MV" userId="S::marcela.marajo@logiteng.com::e1e9d154-6985-4777-845c-2aecf36e787a" providerId="AD"/>
  <p188:author id="{68719AFD-75BE-8C46-8DAF-F16F88A4CEB9}" name="Rafael Sanabria" initials="RS" userId="S::rafael.sanabria@logiteng.com::1dfb84fd-ca57-4498-90cb-25fa820cbc1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BD58"/>
    <a:srgbClr val="A3D9DD"/>
    <a:srgbClr val="A5917E"/>
    <a:srgbClr val="827369"/>
    <a:srgbClr val="5C4B42"/>
    <a:srgbClr val="CEBCA5"/>
    <a:srgbClr val="FFFFFF"/>
    <a:srgbClr val="003760"/>
    <a:srgbClr val="203864"/>
    <a:srgbClr val="026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58380F-A1E8-4D04-A754-B9224CCF5708}" v="7" dt="2026-07-14T14:21:15.4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2" d="100"/>
          <a:sy n="132" d="100"/>
        </p:scale>
        <p:origin x="101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microsoft.com/office/2015/10/relationships/revisionInfo" Target="revisionInfo.xml"/><Relationship Id="rId19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scila Damasio" userId="44e83ed5-f623-4739-a4a6-03b3f9441365" providerId="ADAL" clId="{AE0E522B-2F2F-4E77-A171-4D2DE882F9BC}"/>
    <pc:docChg chg="modSld">
      <pc:chgData name="Priscila Damasio" userId="44e83ed5-f623-4739-a4a6-03b3f9441365" providerId="ADAL" clId="{AE0E522B-2F2F-4E77-A171-4D2DE882F9BC}" dt="2026-07-14T21:08:03.593" v="37" actId="20577"/>
      <pc:docMkLst>
        <pc:docMk/>
      </pc:docMkLst>
      <pc:sldChg chg="modSp mod">
        <pc:chgData name="Priscila Damasio" userId="44e83ed5-f623-4739-a4a6-03b3f9441365" providerId="ADAL" clId="{AE0E522B-2F2F-4E77-A171-4D2DE882F9BC}" dt="2026-07-14T21:06:05.973" v="5" actId="20577"/>
        <pc:sldMkLst>
          <pc:docMk/>
          <pc:sldMk cId="1542444200" sldId="341"/>
        </pc:sldMkLst>
        <pc:spChg chg="mod">
          <ac:chgData name="Priscila Damasio" userId="44e83ed5-f623-4739-a4a6-03b3f9441365" providerId="ADAL" clId="{AE0E522B-2F2F-4E77-A171-4D2DE882F9BC}" dt="2026-07-14T21:06:05.973" v="5" actId="20577"/>
          <ac:spMkLst>
            <pc:docMk/>
            <pc:sldMk cId="1542444200" sldId="341"/>
            <ac:spMk id="11" creationId="{5A8F2BCC-8FC3-AEB8-D6E0-44C72F1EE524}"/>
          </ac:spMkLst>
        </pc:spChg>
      </pc:sldChg>
      <pc:sldChg chg="modSp mod">
        <pc:chgData name="Priscila Damasio" userId="44e83ed5-f623-4739-a4a6-03b3f9441365" providerId="ADAL" clId="{AE0E522B-2F2F-4E77-A171-4D2DE882F9BC}" dt="2026-07-14T21:08:03.593" v="37" actId="20577"/>
        <pc:sldMkLst>
          <pc:docMk/>
          <pc:sldMk cId="734960947" sldId="360"/>
        </pc:sldMkLst>
        <pc:spChg chg="mod">
          <ac:chgData name="Priscila Damasio" userId="44e83ed5-f623-4739-a4a6-03b3f9441365" providerId="ADAL" clId="{AE0E522B-2F2F-4E77-A171-4D2DE882F9BC}" dt="2026-07-14T21:08:03.593" v="37" actId="20577"/>
          <ac:spMkLst>
            <pc:docMk/>
            <pc:sldMk cId="734960947" sldId="360"/>
            <ac:spMk id="5" creationId="{CD141D04-18C2-2D2F-A87A-05C192765CEF}"/>
          </ac:spMkLst>
        </pc:spChg>
      </pc:sldChg>
      <pc:sldChg chg="mod modShow">
        <pc:chgData name="Priscila Damasio" userId="44e83ed5-f623-4739-a4a6-03b3f9441365" providerId="ADAL" clId="{AE0E522B-2F2F-4E77-A171-4D2DE882F9BC}" dt="2026-07-14T21:06:16.515" v="6" actId="729"/>
        <pc:sldMkLst>
          <pc:docMk/>
          <pc:sldMk cId="3805729342" sldId="1749"/>
        </pc:sldMkLst>
      </pc:sldChg>
      <pc:sldChg chg="mod modShow">
        <pc:chgData name="Priscila Damasio" userId="44e83ed5-f623-4739-a4a6-03b3f9441365" providerId="ADAL" clId="{AE0E522B-2F2F-4E77-A171-4D2DE882F9BC}" dt="2026-07-14T21:06:18.229" v="7" actId="729"/>
        <pc:sldMkLst>
          <pc:docMk/>
          <pc:sldMk cId="51488222" sldId="1933"/>
        </pc:sldMkLst>
      </pc:sldChg>
      <pc:sldChg chg="modSp mod">
        <pc:chgData name="Priscila Damasio" userId="44e83ed5-f623-4739-a4a6-03b3f9441365" providerId="ADAL" clId="{AE0E522B-2F2F-4E77-A171-4D2DE882F9BC}" dt="2026-07-14T21:07:38.376" v="28" actId="20577"/>
        <pc:sldMkLst>
          <pc:docMk/>
          <pc:sldMk cId="375826702" sldId="1934"/>
        </pc:sldMkLst>
        <pc:spChg chg="mod">
          <ac:chgData name="Priscila Damasio" userId="44e83ed5-f623-4739-a4a6-03b3f9441365" providerId="ADAL" clId="{AE0E522B-2F2F-4E77-A171-4D2DE882F9BC}" dt="2026-07-14T21:07:38.376" v="28" actId="20577"/>
          <ac:spMkLst>
            <pc:docMk/>
            <pc:sldMk cId="375826702" sldId="1934"/>
            <ac:spMk id="10" creationId="{807CAABE-33A1-A6C3-3477-70B6FCE21F70}"/>
          </ac:spMkLst>
        </pc:spChg>
      </pc:sldChg>
      <pc:sldChg chg="modSp mod">
        <pc:chgData name="Priscila Damasio" userId="44e83ed5-f623-4739-a4a6-03b3f9441365" providerId="ADAL" clId="{AE0E522B-2F2F-4E77-A171-4D2DE882F9BC}" dt="2026-07-14T21:07:20.927" v="22" actId="20577"/>
        <pc:sldMkLst>
          <pc:docMk/>
          <pc:sldMk cId="106750839" sldId="1936"/>
        </pc:sldMkLst>
        <pc:spChg chg="mod">
          <ac:chgData name="Priscila Damasio" userId="44e83ed5-f623-4739-a4a6-03b3f9441365" providerId="ADAL" clId="{AE0E522B-2F2F-4E77-A171-4D2DE882F9BC}" dt="2026-07-14T21:07:20.927" v="22" actId="20577"/>
          <ac:spMkLst>
            <pc:docMk/>
            <pc:sldMk cId="106750839" sldId="1936"/>
            <ac:spMk id="10" creationId="{1DA78774-521C-535B-D7FF-E0EB92DED365}"/>
          </ac:spMkLst>
        </pc:spChg>
      </pc:sldChg>
      <pc:sldChg chg="modSp mod">
        <pc:chgData name="Priscila Damasio" userId="44e83ed5-f623-4739-a4a6-03b3f9441365" providerId="ADAL" clId="{AE0E522B-2F2F-4E77-A171-4D2DE882F9BC}" dt="2026-07-14T21:07:12.431" v="12" actId="20577"/>
        <pc:sldMkLst>
          <pc:docMk/>
          <pc:sldMk cId="1301142864" sldId="1937"/>
        </pc:sldMkLst>
        <pc:spChg chg="mod">
          <ac:chgData name="Priscila Damasio" userId="44e83ed5-f623-4739-a4a6-03b3f9441365" providerId="ADAL" clId="{AE0E522B-2F2F-4E77-A171-4D2DE882F9BC}" dt="2026-07-14T21:07:12.431" v="12" actId="20577"/>
          <ac:spMkLst>
            <pc:docMk/>
            <pc:sldMk cId="1301142864" sldId="1937"/>
            <ac:spMk id="5" creationId="{B410CA59-4F4C-55CF-28D8-7927D673F187}"/>
          </ac:spMkLst>
        </pc:spChg>
      </pc:sldChg>
      <pc:sldChg chg="modSp mod">
        <pc:chgData name="Priscila Damasio" userId="44e83ed5-f623-4739-a4a6-03b3f9441365" providerId="ADAL" clId="{AE0E522B-2F2F-4E77-A171-4D2DE882F9BC}" dt="2026-07-14T21:07:16.319" v="17" actId="20577"/>
        <pc:sldMkLst>
          <pc:docMk/>
          <pc:sldMk cId="2979278789" sldId="1938"/>
        </pc:sldMkLst>
        <pc:spChg chg="mod">
          <ac:chgData name="Priscila Damasio" userId="44e83ed5-f623-4739-a4a6-03b3f9441365" providerId="ADAL" clId="{AE0E522B-2F2F-4E77-A171-4D2DE882F9BC}" dt="2026-07-14T21:07:16.319" v="17" actId="20577"/>
          <ac:spMkLst>
            <pc:docMk/>
            <pc:sldMk cId="2979278789" sldId="1938"/>
            <ac:spMk id="10" creationId="{0CD626BA-EA1B-4330-FC7C-F1B0CDC00065}"/>
          </ac:spMkLst>
        </pc:spChg>
      </pc:sldChg>
    </pc:docChg>
  </pc:docChgLst>
  <pc:docChgLst>
    <pc:chgData name="Marcela Marajó" userId="e1e9d154-6985-4777-845c-2aecf36e787a" providerId="ADAL" clId="{1A09C1BB-A329-4F3E-8454-BBABBEF1D96C}"/>
    <pc:docChg chg="undo custSel addSld delSld modSld sldOrd">
      <pc:chgData name="Marcela Marajó" userId="e1e9d154-6985-4777-845c-2aecf36e787a" providerId="ADAL" clId="{1A09C1BB-A329-4F3E-8454-BBABBEF1D96C}" dt="2026-07-14T14:35:45.055" v="125" actId="113"/>
      <pc:docMkLst>
        <pc:docMk/>
      </pc:docMkLst>
      <pc:sldChg chg="addSp delSp modSp add ord">
        <pc:chgData name="Marcela Marajó" userId="e1e9d154-6985-4777-845c-2aecf36e787a" providerId="ADAL" clId="{1A09C1BB-A329-4F3E-8454-BBABBEF1D96C}" dt="2026-07-13T19:17:27.033" v="39"/>
        <pc:sldMkLst>
          <pc:docMk/>
          <pc:sldMk cId="0" sldId="256"/>
        </pc:sldMkLst>
        <pc:spChg chg="mod">
          <ac:chgData name="Marcela Marajó" userId="e1e9d154-6985-4777-845c-2aecf36e787a" providerId="ADAL" clId="{1A09C1BB-A329-4F3E-8454-BBABBEF1D96C}" dt="2026-07-13T19:03:10.011" v="19" actId="164"/>
          <ac:spMkLst>
            <pc:docMk/>
            <pc:sldMk cId="0" sldId="256"/>
            <ac:spMk id="2" creationId="{55028CE6-50A6-3C7F-B814-0BD474AC17EF}"/>
          </ac:spMkLst>
        </pc:spChg>
        <pc:spChg chg="mod">
          <ac:chgData name="Marcela Marajó" userId="e1e9d154-6985-4777-845c-2aecf36e787a" providerId="ADAL" clId="{1A09C1BB-A329-4F3E-8454-BBABBEF1D96C}" dt="2026-07-13T19:03:08.241" v="18" actId="164"/>
          <ac:spMkLst>
            <pc:docMk/>
            <pc:sldMk cId="0" sldId="256"/>
            <ac:spMk id="7" creationId="{5AB78E26-0D26-0436-2923-5308588F361A}"/>
          </ac:spMkLst>
        </pc:spChg>
        <pc:spChg chg="mod">
          <ac:chgData name="Marcela Marajó" userId="e1e9d154-6985-4777-845c-2aecf36e787a" providerId="ADAL" clId="{1A09C1BB-A329-4F3E-8454-BBABBEF1D96C}" dt="2026-07-13T19:03:10.011" v="19" actId="164"/>
          <ac:spMkLst>
            <pc:docMk/>
            <pc:sldMk cId="0" sldId="256"/>
            <ac:spMk id="12" creationId="{1B36AB23-5CEF-C485-90A5-E5C2CC47B2CF}"/>
          </ac:spMkLst>
        </pc:spChg>
        <pc:spChg chg="mod">
          <ac:chgData name="Marcela Marajó" userId="e1e9d154-6985-4777-845c-2aecf36e787a" providerId="ADAL" clId="{1A09C1BB-A329-4F3E-8454-BBABBEF1D96C}" dt="2026-07-13T19:03:08.241" v="18" actId="164"/>
          <ac:spMkLst>
            <pc:docMk/>
            <pc:sldMk cId="0" sldId="256"/>
            <ac:spMk id="13" creationId="{14D31F07-4BC6-75B6-7622-C5B4D5FD15F4}"/>
          </ac:spMkLst>
        </pc:spChg>
        <pc:spChg chg="mod">
          <ac:chgData name="Marcela Marajó" userId="e1e9d154-6985-4777-845c-2aecf36e787a" providerId="ADAL" clId="{1A09C1BB-A329-4F3E-8454-BBABBEF1D96C}" dt="2026-07-13T19:03:06.110" v="17" actId="164"/>
          <ac:spMkLst>
            <pc:docMk/>
            <pc:sldMk cId="0" sldId="256"/>
            <ac:spMk id="22" creationId="{FFAA68AD-637F-6925-8FCF-EC64E91A3B36}"/>
          </ac:spMkLst>
        </pc:spChg>
        <pc:spChg chg="mod">
          <ac:chgData name="Marcela Marajó" userId="e1e9d154-6985-4777-845c-2aecf36e787a" providerId="ADAL" clId="{1A09C1BB-A329-4F3E-8454-BBABBEF1D96C}" dt="2026-07-13T19:03:04.250" v="16" actId="164"/>
          <ac:spMkLst>
            <pc:docMk/>
            <pc:sldMk cId="0" sldId="256"/>
            <ac:spMk id="27" creationId="{0259EC01-D5A6-C388-0CA1-A86D69EB2B39}"/>
          </ac:spMkLst>
        </pc:spChg>
        <pc:spChg chg="mod">
          <ac:chgData name="Marcela Marajó" userId="e1e9d154-6985-4777-845c-2aecf36e787a" providerId="ADAL" clId="{1A09C1BB-A329-4F3E-8454-BBABBEF1D96C}" dt="2026-07-13T19:03:06.110" v="17" actId="164"/>
          <ac:spMkLst>
            <pc:docMk/>
            <pc:sldMk cId="0" sldId="256"/>
            <ac:spMk id="32" creationId="{20B875B9-7007-271F-9897-DF0B7F3F9F2A}"/>
          </ac:spMkLst>
        </pc:spChg>
        <pc:spChg chg="mod">
          <ac:chgData name="Marcela Marajó" userId="e1e9d154-6985-4777-845c-2aecf36e787a" providerId="ADAL" clId="{1A09C1BB-A329-4F3E-8454-BBABBEF1D96C}" dt="2026-07-13T19:03:04.250" v="16" actId="164"/>
          <ac:spMkLst>
            <pc:docMk/>
            <pc:sldMk cId="0" sldId="256"/>
            <ac:spMk id="33" creationId="{D549F94B-D3B1-3971-3766-D189505A7F84}"/>
          </ac:spMkLst>
        </pc:spChg>
        <pc:spChg chg="mod">
          <ac:chgData name="Marcela Marajó" userId="e1e9d154-6985-4777-845c-2aecf36e787a" providerId="ADAL" clId="{1A09C1BB-A329-4F3E-8454-BBABBEF1D96C}" dt="2026-07-13T19:16:06.965" v="29"/>
          <ac:spMkLst>
            <pc:docMk/>
            <pc:sldMk cId="0" sldId="256"/>
            <ac:spMk id="42" creationId="{B7C615BD-DF01-1486-A84C-16A8ECCC9425}"/>
          </ac:spMkLst>
        </pc:spChg>
        <pc:spChg chg="mod">
          <ac:chgData name="Marcela Marajó" userId="e1e9d154-6985-4777-845c-2aecf36e787a" providerId="ADAL" clId="{1A09C1BB-A329-4F3E-8454-BBABBEF1D96C}" dt="2026-07-13T19:03:02.428" v="15" actId="164"/>
          <ac:spMkLst>
            <pc:docMk/>
            <pc:sldMk cId="0" sldId="256"/>
            <ac:spMk id="43" creationId="{789A7824-EB2D-9C39-D5DF-A73914305FD2}"/>
          </ac:spMkLst>
        </pc:spChg>
        <pc:spChg chg="mod">
          <ac:chgData name="Marcela Marajó" userId="e1e9d154-6985-4777-845c-2aecf36e787a" providerId="ADAL" clId="{1A09C1BB-A329-4F3E-8454-BBABBEF1D96C}" dt="2026-07-13T19:03:00.549" v="14" actId="164"/>
          <ac:spMkLst>
            <pc:docMk/>
            <pc:sldMk cId="0" sldId="256"/>
            <ac:spMk id="48" creationId="{785F4B2C-47B0-CAD8-FF8B-7610AF4E8D4B}"/>
          </ac:spMkLst>
        </pc:spChg>
        <pc:spChg chg="mod">
          <ac:chgData name="Marcela Marajó" userId="e1e9d154-6985-4777-845c-2aecf36e787a" providerId="ADAL" clId="{1A09C1BB-A329-4F3E-8454-BBABBEF1D96C}" dt="2026-07-13T19:03:02.428" v="15" actId="164"/>
          <ac:spMkLst>
            <pc:docMk/>
            <pc:sldMk cId="0" sldId="256"/>
            <ac:spMk id="53" creationId="{BCC3EF69-9B79-8452-37F4-510F6FE64D65}"/>
          </ac:spMkLst>
        </pc:spChg>
        <pc:spChg chg="mod">
          <ac:chgData name="Marcela Marajó" userId="e1e9d154-6985-4777-845c-2aecf36e787a" providerId="ADAL" clId="{1A09C1BB-A329-4F3E-8454-BBABBEF1D96C}" dt="2026-07-13T19:03:00.549" v="14" actId="164"/>
          <ac:spMkLst>
            <pc:docMk/>
            <pc:sldMk cId="0" sldId="256"/>
            <ac:spMk id="54" creationId="{09C77DE3-89E6-74F8-56B7-B0648F0DA375}"/>
          </ac:spMkLst>
        </pc:spChg>
        <pc:spChg chg="mod">
          <ac:chgData name="Marcela Marajó" userId="e1e9d154-6985-4777-845c-2aecf36e787a" providerId="ADAL" clId="{1A09C1BB-A329-4F3E-8454-BBABBEF1D96C}" dt="2026-07-13T19:16:14.889" v="30"/>
          <ac:spMkLst>
            <pc:docMk/>
            <pc:sldMk cId="0" sldId="256"/>
            <ac:spMk id="58" creationId="{01430B7D-7D0E-60B5-F1F3-25B53926CA3E}"/>
          </ac:spMkLst>
        </pc:spChg>
        <pc:spChg chg="mod">
          <ac:chgData name="Marcela Marajó" userId="e1e9d154-6985-4777-845c-2aecf36e787a" providerId="ADAL" clId="{1A09C1BB-A329-4F3E-8454-BBABBEF1D96C}" dt="2026-07-13T19:16:18.995" v="31"/>
          <ac:spMkLst>
            <pc:docMk/>
            <pc:sldMk cId="0" sldId="256"/>
            <ac:spMk id="78" creationId="{A4282F0C-82D5-2C53-D131-F56C716BEFB8}"/>
          </ac:spMkLst>
        </pc:spChg>
        <pc:spChg chg="mod">
          <ac:chgData name="Marcela Marajó" userId="e1e9d154-6985-4777-845c-2aecf36e787a" providerId="ADAL" clId="{1A09C1BB-A329-4F3E-8454-BBABBEF1D96C}" dt="2026-07-13T19:16:22.935" v="32"/>
          <ac:spMkLst>
            <pc:docMk/>
            <pc:sldMk cId="0" sldId="256"/>
            <ac:spMk id="82" creationId="{7D6FA05E-925C-0304-5BBC-4FC564C40D0D}"/>
          </ac:spMkLst>
        </pc:spChg>
        <pc:spChg chg="mod">
          <ac:chgData name="Marcela Marajó" userId="e1e9d154-6985-4777-845c-2aecf36e787a" providerId="ADAL" clId="{1A09C1BB-A329-4F3E-8454-BBABBEF1D96C}" dt="2026-07-13T19:16:26.836" v="33"/>
          <ac:spMkLst>
            <pc:docMk/>
            <pc:sldMk cId="0" sldId="256"/>
            <ac:spMk id="93" creationId="{2A3866DE-AFC6-6260-C975-12B4D6CF943D}"/>
          </ac:spMkLst>
        </pc:spChg>
        <pc:spChg chg="mod topLvl">
          <ac:chgData name="Marcela Marajó" userId="e1e9d154-6985-4777-845c-2aecf36e787a" providerId="ADAL" clId="{1A09C1BB-A329-4F3E-8454-BBABBEF1D96C}" dt="2026-07-13T19:12:35.435" v="28"/>
          <ac:spMkLst>
            <pc:docMk/>
            <pc:sldMk cId="0" sldId="256"/>
            <ac:spMk id="99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12:03.416" v="26"/>
          <ac:spMkLst>
            <pc:docMk/>
            <pc:sldMk cId="0" sldId="256"/>
            <ac:spMk id="100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8.897" v="23" actId="164"/>
          <ac:spMkLst>
            <pc:docMk/>
            <pc:sldMk cId="0" sldId="256"/>
            <ac:spMk id="104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7.042" v="22" actId="164"/>
          <ac:spMkLst>
            <pc:docMk/>
            <pc:sldMk cId="0" sldId="256"/>
            <ac:spMk id="109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16:32.112" v="34"/>
          <ac:spMkLst>
            <pc:docMk/>
            <pc:sldMk cId="0" sldId="256"/>
            <ac:spMk id="112" creationId="{6394F099-523E-A9A5-33B4-AEA4F2F6A05B}"/>
          </ac:spMkLst>
        </pc:spChg>
        <pc:spChg chg="mod">
          <ac:chgData name="Marcela Marajó" userId="e1e9d154-6985-4777-845c-2aecf36e787a" providerId="ADAL" clId="{1A09C1BB-A329-4F3E-8454-BBABBEF1D96C}" dt="2026-07-13T19:03:13.563" v="21" actId="164"/>
          <ac:spMkLst>
            <pc:docMk/>
            <pc:sldMk cId="0" sldId="256"/>
            <ac:spMk id="114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1.792" v="20" actId="164"/>
          <ac:spMkLst>
            <pc:docMk/>
            <pc:sldMk cId="0" sldId="256"/>
            <ac:spMk id="119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16:36.035" v="35"/>
          <ac:spMkLst>
            <pc:docMk/>
            <pc:sldMk cId="0" sldId="256"/>
            <ac:spMk id="131" creationId="{0220FBE8-B7D8-9CCB-27E2-8CF7668CABE7}"/>
          </ac:spMkLst>
        </pc:spChg>
        <pc:spChg chg="mod topLvl">
          <ac:chgData name="Marcela Marajó" userId="e1e9d154-6985-4777-845c-2aecf36e787a" providerId="ADAL" clId="{1A09C1BB-A329-4F3E-8454-BBABBEF1D96C}" dt="2026-07-13T19:12:30.901" v="27" actId="165"/>
          <ac:spMkLst>
            <pc:docMk/>
            <pc:sldMk cId="0" sldId="256"/>
            <ac:spMk id="138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8.897" v="23" actId="164"/>
          <ac:spMkLst>
            <pc:docMk/>
            <pc:sldMk cId="0" sldId="256"/>
            <ac:spMk id="139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7.042" v="22" actId="164"/>
          <ac:spMkLst>
            <pc:docMk/>
            <pc:sldMk cId="0" sldId="256"/>
            <ac:spMk id="140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3.563" v="21" actId="164"/>
          <ac:spMkLst>
            <pc:docMk/>
            <pc:sldMk cId="0" sldId="256"/>
            <ac:spMk id="141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1.792" v="20" actId="164"/>
          <ac:spMkLst>
            <pc:docMk/>
            <pc:sldMk cId="0" sldId="256"/>
            <ac:spMk id="142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16:40.520" v="36"/>
          <ac:spMkLst>
            <pc:docMk/>
            <pc:sldMk cId="0" sldId="256"/>
            <ac:spMk id="151" creationId="{4D3E66C2-1CBE-5879-DE48-BABAA4A2092E}"/>
          </ac:spMkLst>
        </pc:spChg>
        <pc:spChg chg="mod">
          <ac:chgData name="Marcela Marajó" userId="e1e9d154-6985-4777-845c-2aecf36e787a" providerId="ADAL" clId="{1A09C1BB-A329-4F3E-8454-BBABBEF1D96C}" dt="2026-07-13T19:16:44.948" v="37"/>
          <ac:spMkLst>
            <pc:docMk/>
            <pc:sldMk cId="0" sldId="256"/>
            <ac:spMk id="155" creationId="{C947CE27-EB50-5CDA-1390-8122212FE807}"/>
          </ac:spMkLst>
        </pc:spChg>
        <pc:spChg chg="mod">
          <ac:chgData name="Marcela Marajó" userId="e1e9d154-6985-4777-845c-2aecf36e787a" providerId="ADAL" clId="{1A09C1BB-A329-4F3E-8454-BBABBEF1D96C}" dt="2026-07-13T19:16:49.433" v="38"/>
          <ac:spMkLst>
            <pc:docMk/>
            <pc:sldMk cId="0" sldId="256"/>
            <ac:spMk id="159" creationId="{F0C1F845-CA50-1B55-74B7-73C0BA92D6E8}"/>
          </ac:spMkLst>
        </pc:spChg>
        <pc:grpChg chg="add mod">
          <ac:chgData name="Marcela Marajó" userId="e1e9d154-6985-4777-845c-2aecf36e787a" providerId="ADAL" clId="{1A09C1BB-A329-4F3E-8454-BBABBEF1D96C}" dt="2026-07-13T19:03:00.549" v="14" actId="164"/>
          <ac:grpSpMkLst>
            <pc:docMk/>
            <pc:sldMk cId="0" sldId="256"/>
            <ac:grpSpMk id="5" creationId="{25D7B8C6-B548-BB2C-0B6B-2479C0A3E4E5}"/>
          </ac:grpSpMkLst>
        </pc:grpChg>
        <pc:grpChg chg="add mod">
          <ac:chgData name="Marcela Marajó" userId="e1e9d154-6985-4777-845c-2aecf36e787a" providerId="ADAL" clId="{1A09C1BB-A329-4F3E-8454-BBABBEF1D96C}" dt="2026-07-13T19:03:02.428" v="15" actId="164"/>
          <ac:grpSpMkLst>
            <pc:docMk/>
            <pc:sldMk cId="0" sldId="256"/>
            <ac:grpSpMk id="10" creationId="{2F425A3D-78C0-B859-D81A-D3D09AEDA268}"/>
          </ac:grpSpMkLst>
        </pc:grpChg>
        <pc:grpChg chg="add mod">
          <ac:chgData name="Marcela Marajó" userId="e1e9d154-6985-4777-845c-2aecf36e787a" providerId="ADAL" clId="{1A09C1BB-A329-4F3E-8454-BBABBEF1D96C}" dt="2026-07-13T19:03:04.250" v="16" actId="164"/>
          <ac:grpSpMkLst>
            <pc:docMk/>
            <pc:sldMk cId="0" sldId="256"/>
            <ac:grpSpMk id="16" creationId="{A898D867-E9C7-F73B-3FCE-883351F967C2}"/>
          </ac:grpSpMkLst>
        </pc:grpChg>
        <pc:grpChg chg="add mod">
          <ac:chgData name="Marcela Marajó" userId="e1e9d154-6985-4777-845c-2aecf36e787a" providerId="ADAL" clId="{1A09C1BB-A329-4F3E-8454-BBABBEF1D96C}" dt="2026-07-13T19:03:06.110" v="17" actId="164"/>
          <ac:grpSpMkLst>
            <pc:docMk/>
            <pc:sldMk cId="0" sldId="256"/>
            <ac:grpSpMk id="17" creationId="{71422A94-7C20-F6C1-34E1-747C2B6C5FC9}"/>
          </ac:grpSpMkLst>
        </pc:grpChg>
        <pc:grpChg chg="add mod">
          <ac:chgData name="Marcela Marajó" userId="e1e9d154-6985-4777-845c-2aecf36e787a" providerId="ADAL" clId="{1A09C1BB-A329-4F3E-8454-BBABBEF1D96C}" dt="2026-07-13T19:03:08.241" v="18" actId="164"/>
          <ac:grpSpMkLst>
            <pc:docMk/>
            <pc:sldMk cId="0" sldId="256"/>
            <ac:grpSpMk id="18" creationId="{03AD5A18-5EE9-9A76-A771-C3DBC71DB0DA}"/>
          </ac:grpSpMkLst>
        </pc:grpChg>
        <pc:grpChg chg="add mod">
          <ac:chgData name="Marcela Marajó" userId="e1e9d154-6985-4777-845c-2aecf36e787a" providerId="ADAL" clId="{1A09C1BB-A329-4F3E-8454-BBABBEF1D96C}" dt="2026-07-13T19:03:10.011" v="19" actId="164"/>
          <ac:grpSpMkLst>
            <pc:docMk/>
            <pc:sldMk cId="0" sldId="256"/>
            <ac:grpSpMk id="19" creationId="{53EBFBCF-915D-92BD-9691-2F88B3EB1349}"/>
          </ac:grpSpMkLst>
        </pc:grpChg>
        <pc:grpChg chg="add mod">
          <ac:chgData name="Marcela Marajó" userId="e1e9d154-6985-4777-845c-2aecf36e787a" providerId="ADAL" clId="{1A09C1BB-A329-4F3E-8454-BBABBEF1D96C}" dt="2026-07-13T19:03:11.792" v="20" actId="164"/>
          <ac:grpSpMkLst>
            <pc:docMk/>
            <pc:sldMk cId="0" sldId="256"/>
            <ac:grpSpMk id="25" creationId="{992EE289-3222-ECE1-DBDC-18F0E6C673AA}"/>
          </ac:grpSpMkLst>
        </pc:grpChg>
        <pc:grpChg chg="add mod">
          <ac:chgData name="Marcela Marajó" userId="e1e9d154-6985-4777-845c-2aecf36e787a" providerId="ADAL" clId="{1A09C1BB-A329-4F3E-8454-BBABBEF1D96C}" dt="2026-07-13T19:03:13.563" v="21" actId="164"/>
          <ac:grpSpMkLst>
            <pc:docMk/>
            <pc:sldMk cId="0" sldId="256"/>
            <ac:grpSpMk id="30" creationId="{28C83C8D-7FC4-9214-8A44-7AAE10D6CB99}"/>
          </ac:grpSpMkLst>
        </pc:grpChg>
        <pc:grpChg chg="add mod">
          <ac:chgData name="Marcela Marajó" userId="e1e9d154-6985-4777-845c-2aecf36e787a" providerId="ADAL" clId="{1A09C1BB-A329-4F3E-8454-BBABBEF1D96C}" dt="2026-07-13T19:03:17.042" v="22" actId="164"/>
          <ac:grpSpMkLst>
            <pc:docMk/>
            <pc:sldMk cId="0" sldId="256"/>
            <ac:grpSpMk id="36" creationId="{8BD49B3F-A760-86E5-593B-7FB315DD84F1}"/>
          </ac:grpSpMkLst>
        </pc:grpChg>
        <pc:grpChg chg="add mod">
          <ac:chgData name="Marcela Marajó" userId="e1e9d154-6985-4777-845c-2aecf36e787a" providerId="ADAL" clId="{1A09C1BB-A329-4F3E-8454-BBABBEF1D96C}" dt="2026-07-13T19:03:18.897" v="23" actId="164"/>
          <ac:grpSpMkLst>
            <pc:docMk/>
            <pc:sldMk cId="0" sldId="256"/>
            <ac:grpSpMk id="37" creationId="{AC070648-F0B9-3CC9-F33A-8DE00C3E61C5}"/>
          </ac:grpSpMkLst>
        </pc:grpChg>
        <pc:grpChg chg="add del mod">
          <ac:chgData name="Marcela Marajó" userId="e1e9d154-6985-4777-845c-2aecf36e787a" providerId="ADAL" clId="{1A09C1BB-A329-4F3E-8454-BBABBEF1D96C}" dt="2026-07-13T19:12:30.901" v="27" actId="165"/>
          <ac:grpSpMkLst>
            <pc:docMk/>
            <pc:sldMk cId="0" sldId="256"/>
            <ac:grpSpMk id="38" creationId="{78FA8A4B-1146-A085-7A1F-F45B8FCA026B}"/>
          </ac:grpSpMkLst>
        </pc:grpChg>
      </pc:sldChg>
      <pc:sldChg chg="modSp">
        <pc:chgData name="Marcela Marajó" userId="e1e9d154-6985-4777-845c-2aecf36e787a" providerId="ADAL" clId="{1A09C1BB-A329-4F3E-8454-BBABBEF1D96C}" dt="2026-07-13T20:26:13.546" v="64"/>
        <pc:sldMkLst>
          <pc:docMk/>
          <pc:sldMk cId="1365431790" sldId="258"/>
        </pc:sldMkLst>
        <pc:spChg chg="mod">
          <ac:chgData name="Marcela Marajó" userId="e1e9d154-6985-4777-845c-2aecf36e787a" providerId="ADAL" clId="{1A09C1BB-A329-4F3E-8454-BBABBEF1D96C}" dt="2026-07-13T20:26:13.546" v="64"/>
          <ac:spMkLst>
            <pc:docMk/>
            <pc:sldMk cId="1365431790" sldId="258"/>
            <ac:spMk id="3" creationId="{5850F169-6586-1EE7-69EE-01DD28E72891}"/>
          </ac:spMkLst>
        </pc:spChg>
      </pc:sldChg>
      <pc:sldChg chg="addSp modSp mod">
        <pc:chgData name="Marcela Marajó" userId="e1e9d154-6985-4777-845c-2aecf36e787a" providerId="ADAL" clId="{1A09C1BB-A329-4F3E-8454-BBABBEF1D96C}" dt="2026-07-13T21:01:25.162" v="74" actId="20577"/>
        <pc:sldMkLst>
          <pc:docMk/>
          <pc:sldMk cId="1542444200" sldId="341"/>
        </pc:sldMkLst>
        <pc:spChg chg="add mod">
          <ac:chgData name="Marcela Marajó" userId="e1e9d154-6985-4777-845c-2aecf36e787a" providerId="ADAL" clId="{1A09C1BB-A329-4F3E-8454-BBABBEF1D96C}" dt="2026-07-13T18:55:03.183" v="11"/>
          <ac:spMkLst>
            <pc:docMk/>
            <pc:sldMk cId="1542444200" sldId="341"/>
            <ac:spMk id="3" creationId="{BDB08B91-5DCF-CD09-665E-26B91318F9E1}"/>
          </ac:spMkLst>
        </pc:spChg>
        <pc:spChg chg="add mod">
          <ac:chgData name="Marcela Marajó" userId="e1e9d154-6985-4777-845c-2aecf36e787a" providerId="ADAL" clId="{1A09C1BB-A329-4F3E-8454-BBABBEF1D96C}" dt="2026-07-13T18:55:03.183" v="11"/>
          <ac:spMkLst>
            <pc:docMk/>
            <pc:sldMk cId="1542444200" sldId="341"/>
            <ac:spMk id="6" creationId="{31044E5C-9F0A-08F7-ADDC-F103DA108648}"/>
          </ac:spMkLst>
        </pc:spChg>
        <pc:spChg chg="add mod">
          <ac:chgData name="Marcela Marajó" userId="e1e9d154-6985-4777-845c-2aecf36e787a" providerId="ADAL" clId="{1A09C1BB-A329-4F3E-8454-BBABBEF1D96C}" dt="2026-07-13T18:55:19.491" v="12"/>
          <ac:spMkLst>
            <pc:docMk/>
            <pc:sldMk cId="1542444200" sldId="341"/>
            <ac:spMk id="9" creationId="{DDED2FAB-CB9D-365A-35AD-788F7F19EA25}"/>
          </ac:spMkLst>
        </pc:spChg>
        <pc:spChg chg="add mod">
          <ac:chgData name="Marcela Marajó" userId="e1e9d154-6985-4777-845c-2aecf36e787a" providerId="ADAL" clId="{1A09C1BB-A329-4F3E-8454-BBABBEF1D96C}" dt="2026-07-13T21:01:25.162" v="74" actId="20577"/>
          <ac:spMkLst>
            <pc:docMk/>
            <pc:sldMk cId="1542444200" sldId="341"/>
            <ac:spMk id="11" creationId="{5A8F2BCC-8FC3-AEB8-D6E0-44C72F1EE524}"/>
          </ac:spMkLst>
        </pc:spChg>
        <pc:picChg chg="add mod">
          <ac:chgData name="Marcela Marajó" userId="e1e9d154-6985-4777-845c-2aecf36e787a" providerId="ADAL" clId="{1A09C1BB-A329-4F3E-8454-BBABBEF1D96C}" dt="2026-07-13T18:55:03.183" v="11"/>
          <ac:picMkLst>
            <pc:docMk/>
            <pc:sldMk cId="1542444200" sldId="341"/>
            <ac:picMk id="7" creationId="{3140E72A-40CF-E053-2C4E-9ED0751F452E}"/>
          </ac:picMkLst>
        </pc:picChg>
        <pc:picChg chg="add mod">
          <ac:chgData name="Marcela Marajó" userId="e1e9d154-6985-4777-845c-2aecf36e787a" providerId="ADAL" clId="{1A09C1BB-A329-4F3E-8454-BBABBEF1D96C}" dt="2026-07-13T18:55:19.491" v="12"/>
          <ac:picMkLst>
            <pc:docMk/>
            <pc:sldMk cId="1542444200" sldId="341"/>
            <ac:picMk id="16" creationId="{52FA5235-FCDB-E2A7-CCFF-0EF81E5F0936}"/>
          </ac:picMkLst>
        </pc:picChg>
        <pc:cxnChg chg="add mod">
          <ac:chgData name="Marcela Marajó" userId="e1e9d154-6985-4777-845c-2aecf36e787a" providerId="ADAL" clId="{1A09C1BB-A329-4F3E-8454-BBABBEF1D96C}" dt="2026-07-13T18:55:03.183" v="11"/>
          <ac:cxnSpMkLst>
            <pc:docMk/>
            <pc:sldMk cId="1542444200" sldId="341"/>
            <ac:cxnSpMk id="8" creationId="{A249EFBB-BA55-31A5-D8D9-6AEAE47F4135}"/>
          </ac:cxnSpMkLst>
        </pc:cxnChg>
        <pc:cxnChg chg="add mod">
          <ac:chgData name="Marcela Marajó" userId="e1e9d154-6985-4777-845c-2aecf36e787a" providerId="ADAL" clId="{1A09C1BB-A329-4F3E-8454-BBABBEF1D96C}" dt="2026-07-13T18:55:19.491" v="12"/>
          <ac:cxnSpMkLst>
            <pc:docMk/>
            <pc:sldMk cId="1542444200" sldId="341"/>
            <ac:cxnSpMk id="17" creationId="{2E94441F-E29D-97C5-F8B1-D20A19F59228}"/>
          </ac:cxnSpMkLst>
        </pc:cxnChg>
      </pc:sldChg>
      <pc:sldChg chg="addSp modSp add">
        <pc:chgData name="Marcela Marajó" userId="e1e9d154-6985-4777-845c-2aecf36e787a" providerId="ADAL" clId="{1A09C1BB-A329-4F3E-8454-BBABBEF1D96C}" dt="2026-07-13T19:25:40.013" v="50"/>
        <pc:sldMkLst>
          <pc:docMk/>
          <pc:sldMk cId="3805729342" sldId="1749"/>
        </pc:sldMkLst>
        <pc:spChg chg="add mod">
          <ac:chgData name="Marcela Marajó" userId="e1e9d154-6985-4777-845c-2aecf36e787a" providerId="ADAL" clId="{1A09C1BB-A329-4F3E-8454-BBABBEF1D96C}" dt="2026-07-13T19:25:40.013" v="50"/>
          <ac:spMkLst>
            <pc:docMk/>
            <pc:sldMk cId="3805729342" sldId="1749"/>
            <ac:spMk id="3" creationId="{DD4999E0-D4B2-5A23-EAA3-D0A8253330BA}"/>
          </ac:spMkLst>
        </pc:spChg>
      </pc:sldChg>
      <pc:sldChg chg="add">
        <pc:chgData name="Marcela Marajó" userId="e1e9d154-6985-4777-845c-2aecf36e787a" providerId="ADAL" clId="{1A09C1BB-A329-4F3E-8454-BBABBEF1D96C}" dt="2026-07-13T18:59:54.466" v="13"/>
        <pc:sldMkLst>
          <pc:docMk/>
          <pc:sldMk cId="3814540664" sldId="1750"/>
        </pc:sldMkLst>
      </pc:sldChg>
      <pc:sldChg chg="addSp modSp mod">
        <pc:chgData name="Marcela Marajó" userId="e1e9d154-6985-4777-845c-2aecf36e787a" providerId="ADAL" clId="{1A09C1BB-A329-4F3E-8454-BBABBEF1D96C}" dt="2026-07-14T14:35:45.055" v="125" actId="113"/>
        <pc:sldMkLst>
          <pc:docMk/>
          <pc:sldMk cId="51488222" sldId="1933"/>
        </pc:sldMkLst>
        <pc:spChg chg="add mod">
          <ac:chgData name="Marcela Marajó" userId="e1e9d154-6985-4777-845c-2aecf36e787a" providerId="ADAL" clId="{1A09C1BB-A329-4F3E-8454-BBABBEF1D96C}" dt="2026-07-13T19:25:40.881" v="51"/>
          <ac:spMkLst>
            <pc:docMk/>
            <pc:sldMk cId="51488222" sldId="1933"/>
            <ac:spMk id="2" creationId="{5D9AB090-4A77-79D8-9B5F-CC5DCA61CCAA}"/>
          </ac:spMkLst>
        </pc:spChg>
        <pc:spChg chg="mod">
          <ac:chgData name="Marcela Marajó" userId="e1e9d154-6985-4777-845c-2aecf36e787a" providerId="ADAL" clId="{1A09C1BB-A329-4F3E-8454-BBABBEF1D96C}" dt="2026-07-13T21:01:33.940" v="75" actId="207"/>
          <ac:spMkLst>
            <pc:docMk/>
            <pc:sldMk cId="51488222" sldId="1933"/>
            <ac:spMk id="28" creationId="{FA942BF6-17FA-9C16-EAFB-03C4DE63C782}"/>
          </ac:spMkLst>
        </pc:spChg>
        <pc:spChg chg="mod">
          <ac:chgData name="Marcela Marajó" userId="e1e9d154-6985-4777-845c-2aecf36e787a" providerId="ADAL" clId="{1A09C1BB-A329-4F3E-8454-BBABBEF1D96C}" dt="2026-07-14T14:35:45.055" v="125" actId="113"/>
          <ac:spMkLst>
            <pc:docMk/>
            <pc:sldMk cId="51488222" sldId="1933"/>
            <ac:spMk id="37" creationId="{DAA7D1F4-D767-3766-2E10-C80539AAA301}"/>
          </ac:spMkLst>
        </pc:spChg>
        <pc:spChg chg="mod">
          <ac:chgData name="Marcela Marajó" userId="e1e9d154-6985-4777-845c-2aecf36e787a" providerId="ADAL" clId="{1A09C1BB-A329-4F3E-8454-BBABBEF1D96C}" dt="2026-07-13T21:01:57.412" v="76" actId="207"/>
          <ac:spMkLst>
            <pc:docMk/>
            <pc:sldMk cId="51488222" sldId="1933"/>
            <ac:spMk id="41" creationId="{77D6F1B0-AA80-183E-CD2C-CA31B84D2483}"/>
          </ac:spMkLst>
        </pc:spChg>
      </pc:sldChg>
      <pc:sldChg chg="addSp delSp modSp mod">
        <pc:chgData name="Marcela Marajó" userId="e1e9d154-6985-4777-845c-2aecf36e787a" providerId="ADAL" clId="{1A09C1BB-A329-4F3E-8454-BBABBEF1D96C}" dt="2026-07-14T14:21:21.826" v="124" actId="20577"/>
        <pc:sldMkLst>
          <pc:docMk/>
          <pc:sldMk cId="375826702" sldId="1934"/>
        </pc:sldMkLst>
        <pc:spChg chg="mod">
          <ac:chgData name="Marcela Marajó" userId="e1e9d154-6985-4777-845c-2aecf36e787a" providerId="ADAL" clId="{1A09C1BB-A329-4F3E-8454-BBABBEF1D96C}" dt="2026-07-14T14:21:21.826" v="124" actId="20577"/>
          <ac:spMkLst>
            <pc:docMk/>
            <pc:sldMk cId="375826702" sldId="1934"/>
            <ac:spMk id="10" creationId="{807CAABE-33A1-A6C3-3477-70B6FCE21F70}"/>
          </ac:spMkLst>
        </pc:spChg>
        <pc:picChg chg="add del">
          <ac:chgData name="Marcela Marajó" userId="e1e9d154-6985-4777-845c-2aecf36e787a" providerId="ADAL" clId="{1A09C1BB-A329-4F3E-8454-BBABBEF1D96C}" dt="2026-07-14T14:18:40.193" v="96" actId="22"/>
          <ac:picMkLst>
            <pc:docMk/>
            <pc:sldMk cId="375826702" sldId="1934"/>
            <ac:picMk id="5" creationId="{DA8D7A60-1640-BF80-382B-1D001CFCE064}"/>
          </ac:picMkLst>
        </pc:picChg>
      </pc:sldChg>
      <pc:sldChg chg="modSp ord">
        <pc:chgData name="Marcela Marajó" userId="e1e9d154-6985-4777-845c-2aecf36e787a" providerId="ADAL" clId="{1A09C1BB-A329-4F3E-8454-BBABBEF1D96C}" dt="2026-07-13T20:27:59.750" v="66"/>
        <pc:sldMkLst>
          <pc:docMk/>
          <pc:sldMk cId="3959081427" sldId="1935"/>
        </pc:sldMkLst>
        <pc:spChg chg="mod">
          <ac:chgData name="Marcela Marajó" userId="e1e9d154-6985-4777-845c-2aecf36e787a" providerId="ADAL" clId="{1A09C1BB-A329-4F3E-8454-BBABBEF1D96C}" dt="2026-07-13T20:27:59.750" v="66"/>
          <ac:spMkLst>
            <pc:docMk/>
            <pc:sldMk cId="3959081427" sldId="1935"/>
            <ac:spMk id="3" creationId="{A123363F-6D49-5959-3654-657D95CC3E44}"/>
          </ac:spMkLst>
        </pc:spChg>
      </pc:sldChg>
      <pc:sldChg chg="modSp">
        <pc:chgData name="Marcela Marajó" userId="e1e9d154-6985-4777-845c-2aecf36e787a" providerId="ADAL" clId="{1A09C1BB-A329-4F3E-8454-BBABBEF1D96C}" dt="2026-07-13T20:38:49.949" v="68"/>
        <pc:sldMkLst>
          <pc:docMk/>
          <pc:sldMk cId="106750839" sldId="1936"/>
        </pc:sldMkLst>
        <pc:spChg chg="mod">
          <ac:chgData name="Marcela Marajó" userId="e1e9d154-6985-4777-845c-2aecf36e787a" providerId="ADAL" clId="{1A09C1BB-A329-4F3E-8454-BBABBEF1D96C}" dt="2026-07-13T20:24:38.554" v="63"/>
          <ac:spMkLst>
            <pc:docMk/>
            <pc:sldMk cId="106750839" sldId="1936"/>
            <ac:spMk id="10" creationId="{1DA78774-521C-535B-D7FF-E0EB92DED365}"/>
          </ac:spMkLst>
        </pc:spChg>
        <pc:spChg chg="mod">
          <ac:chgData name="Marcela Marajó" userId="e1e9d154-6985-4777-845c-2aecf36e787a" providerId="ADAL" clId="{1A09C1BB-A329-4F3E-8454-BBABBEF1D96C}" dt="2026-07-13T20:38:49.949" v="68"/>
          <ac:spMkLst>
            <pc:docMk/>
            <pc:sldMk cId="106750839" sldId="1936"/>
            <ac:spMk id="12" creationId="{DBF89D18-DD27-52DC-9D67-DB0905428C19}"/>
          </ac:spMkLst>
        </pc:spChg>
      </pc:sldChg>
      <pc:sldChg chg="modSp">
        <pc:chgData name="Marcela Marajó" userId="e1e9d154-6985-4777-845c-2aecf36e787a" providerId="ADAL" clId="{1A09C1BB-A329-4F3E-8454-BBABBEF1D96C}" dt="2026-07-13T20:22:30.693" v="54"/>
        <pc:sldMkLst>
          <pc:docMk/>
          <pc:sldMk cId="1301142864" sldId="1937"/>
        </pc:sldMkLst>
        <pc:spChg chg="mod">
          <ac:chgData name="Marcela Marajó" userId="e1e9d154-6985-4777-845c-2aecf36e787a" providerId="ADAL" clId="{1A09C1BB-A329-4F3E-8454-BBABBEF1D96C}" dt="2026-07-13T20:22:30.693" v="54"/>
          <ac:spMkLst>
            <pc:docMk/>
            <pc:sldMk cId="1301142864" sldId="1937"/>
            <ac:spMk id="10" creationId="{6A628BFD-3A8F-1B0E-B99E-EAC64ACFC0CB}"/>
          </ac:spMkLst>
        </pc:spChg>
      </pc:sldChg>
      <pc:sldChg chg="add del setBg">
        <pc:chgData name="Marcela Marajó" userId="e1e9d154-6985-4777-845c-2aecf36e787a" providerId="ADAL" clId="{1A09C1BB-A329-4F3E-8454-BBABBEF1D96C}" dt="2026-07-13T18:53:05.127" v="3"/>
        <pc:sldMkLst>
          <pc:docMk/>
          <pc:sldMk cId="629692565" sldId="1957"/>
        </pc:sldMkLst>
      </pc:sldChg>
      <pc:sldChg chg="addSp modSp add ord setBg">
        <pc:chgData name="Marcela Marajó" userId="e1e9d154-6985-4777-845c-2aecf36e787a" providerId="ADAL" clId="{1A09C1BB-A329-4F3E-8454-BBABBEF1D96C}" dt="2026-07-13T18:53:30.954" v="7"/>
        <pc:sldMkLst>
          <pc:docMk/>
          <pc:sldMk cId="2295203596" sldId="1957"/>
        </pc:sldMkLst>
        <pc:spChg chg="add mod">
          <ac:chgData name="Marcela Marajó" userId="e1e9d154-6985-4777-845c-2aecf36e787a" providerId="ADAL" clId="{1A09C1BB-A329-4F3E-8454-BBABBEF1D96C}" dt="2026-07-13T18:53:20.878" v="6"/>
          <ac:spMkLst>
            <pc:docMk/>
            <pc:sldMk cId="2295203596" sldId="1957"/>
            <ac:spMk id="8" creationId="{AE585CEE-A4E5-6786-2B70-21E524E76C62}"/>
          </ac:spMkLst>
        </pc:spChg>
        <pc:spChg chg="add mod">
          <ac:chgData name="Marcela Marajó" userId="e1e9d154-6985-4777-845c-2aecf36e787a" providerId="ADAL" clId="{1A09C1BB-A329-4F3E-8454-BBABBEF1D96C}" dt="2026-07-13T18:53:20.878" v="6"/>
          <ac:spMkLst>
            <pc:docMk/>
            <pc:sldMk cId="2295203596" sldId="1957"/>
            <ac:spMk id="9" creationId="{DE1C275E-32CC-D585-774B-0AD166AA9A95}"/>
          </ac:spMkLst>
        </pc:spChg>
        <pc:spChg chg="add mod">
          <ac:chgData name="Marcela Marajó" userId="e1e9d154-6985-4777-845c-2aecf36e787a" providerId="ADAL" clId="{1A09C1BB-A329-4F3E-8454-BBABBEF1D96C}" dt="2026-07-13T18:53:20.878" v="6"/>
          <ac:spMkLst>
            <pc:docMk/>
            <pc:sldMk cId="2295203596" sldId="1957"/>
            <ac:spMk id="17" creationId="{D97D2395-E404-5B3A-5987-89288C19233A}"/>
          </ac:spMkLst>
        </pc:spChg>
        <pc:spChg chg="add mod">
          <ac:chgData name="Marcela Marajó" userId="e1e9d154-6985-4777-845c-2aecf36e787a" providerId="ADAL" clId="{1A09C1BB-A329-4F3E-8454-BBABBEF1D96C}" dt="2026-07-13T18:53:30.954" v="7"/>
          <ac:spMkLst>
            <pc:docMk/>
            <pc:sldMk cId="2295203596" sldId="1957"/>
            <ac:spMk id="24" creationId="{B25D1771-5AC0-43DE-CD37-6A32382D1189}"/>
          </ac:spMkLst>
        </pc:spChg>
        <pc:spChg chg="add mod">
          <ac:chgData name="Marcela Marajó" userId="e1e9d154-6985-4777-845c-2aecf36e787a" providerId="ADAL" clId="{1A09C1BB-A329-4F3E-8454-BBABBEF1D96C}" dt="2026-07-13T18:53:30.954" v="7"/>
          <ac:spMkLst>
            <pc:docMk/>
            <pc:sldMk cId="2295203596" sldId="1957"/>
            <ac:spMk id="25" creationId="{C7F8CA9A-7F68-CA19-A6FA-70CB30E59B99}"/>
          </ac:spMkLst>
        </pc:spChg>
        <pc:spChg chg="add mod">
          <ac:chgData name="Marcela Marajó" userId="e1e9d154-6985-4777-845c-2aecf36e787a" providerId="ADAL" clId="{1A09C1BB-A329-4F3E-8454-BBABBEF1D96C}" dt="2026-07-13T18:53:30.954" v="7"/>
          <ac:spMkLst>
            <pc:docMk/>
            <pc:sldMk cId="2295203596" sldId="1957"/>
            <ac:spMk id="28" creationId="{D0AE8A8B-2666-D826-77E8-C4C455713A4F}"/>
          </ac:spMkLst>
        </pc:spChg>
        <pc:spChg chg="add mod">
          <ac:chgData name="Marcela Marajó" userId="e1e9d154-6985-4777-845c-2aecf36e787a" providerId="ADAL" clId="{1A09C1BB-A329-4F3E-8454-BBABBEF1D96C}" dt="2026-07-13T18:53:30.954" v="7"/>
          <ac:spMkLst>
            <pc:docMk/>
            <pc:sldMk cId="2295203596" sldId="1957"/>
            <ac:spMk id="29" creationId="{BFB17DA8-62AB-1300-6EA1-CF88FDBBA6D2}"/>
          </ac:spMkLst>
        </pc:sp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3" creationId="{8D5CF282-911A-5FAF-C63A-DE97025F4858}"/>
          </ac:picMkLst>
        </pc:pic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11" creationId="{CC6F8E30-D5C8-0C37-A19A-30D21848E47B}"/>
          </ac:picMkLst>
        </pc:pic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16" creationId="{16D9894C-06FB-E174-10D6-08AF4AD26F07}"/>
          </ac:picMkLst>
        </pc:pic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19" creationId="{B540A9B0-73E3-D374-F1E1-F1015ED9EB72}"/>
          </ac:picMkLst>
        </pc:pic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20" creationId="{0DEEB4B0-1E2B-A006-106C-76F03FF5FAAC}"/>
          </ac:picMkLst>
        </pc:pic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21" creationId="{37034B7E-50AE-46B5-DF70-7EDAC7C14EC3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23" creationId="{A71D5999-505B-713A-5681-8DEF53483502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26" creationId="{720AE2A3-4A70-DB52-F7F4-61455DC4BC4C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27" creationId="{0A5D0D3C-423A-727E-F762-E125C3069C07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30" creationId="{32ED28F7-E2CF-E33F-B37C-5B25A8069F0E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31" creationId="{89E78C0E-CED1-71E4-5F92-FACF28CA8F4F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32" creationId="{B3717AD1-6863-64AB-1BB4-7EFFBF24A51F}"/>
          </ac:picMkLst>
        </pc:picChg>
        <pc:cxnChg chg="add mod">
          <ac:chgData name="Marcela Marajó" userId="e1e9d154-6985-4777-845c-2aecf36e787a" providerId="ADAL" clId="{1A09C1BB-A329-4F3E-8454-BBABBEF1D96C}" dt="2026-07-13T18:53:20.878" v="6"/>
          <ac:cxnSpMkLst>
            <pc:docMk/>
            <pc:sldMk cId="2295203596" sldId="1957"/>
            <ac:cxnSpMk id="22" creationId="{4D54C465-72E2-C15C-EA3C-A15B9E29D394}"/>
          </ac:cxnSpMkLst>
        </pc:cxnChg>
      </pc:sldChg>
      <pc:sldChg chg="add del setBg">
        <pc:chgData name="Marcela Marajó" userId="e1e9d154-6985-4777-845c-2aecf36e787a" providerId="ADAL" clId="{1A09C1BB-A329-4F3E-8454-BBABBEF1D96C}" dt="2026-07-13T18:52:55.158" v="1"/>
        <pc:sldMkLst>
          <pc:docMk/>
          <pc:sldMk cId="3308862925" sldId="1957"/>
        </pc:sldMkLst>
      </pc:sldChg>
      <pc:sldChg chg="addSp modSp">
        <pc:chgData name="Marcela Marajó" userId="e1e9d154-6985-4777-845c-2aecf36e787a" providerId="ADAL" clId="{1A09C1BB-A329-4F3E-8454-BBABBEF1D96C}" dt="2026-07-13T18:54:09.651" v="10"/>
        <pc:sldMkLst>
          <pc:docMk/>
          <pc:sldMk cId="3395779264" sldId="1958"/>
        </pc:sldMkLst>
        <pc:spChg chg="add mod">
          <ac:chgData name="Marcela Marajó" userId="e1e9d154-6985-4777-845c-2aecf36e787a" providerId="ADAL" clId="{1A09C1BB-A329-4F3E-8454-BBABBEF1D96C}" dt="2026-07-13T18:53:58.102" v="8"/>
          <ac:spMkLst>
            <pc:docMk/>
            <pc:sldMk cId="3395779264" sldId="1958"/>
            <ac:spMk id="6" creationId="{2748492A-D347-A545-17BC-848D8D1C6C7F}"/>
          </ac:spMkLst>
        </pc:spChg>
        <pc:spChg chg="add mod">
          <ac:chgData name="Marcela Marajó" userId="e1e9d154-6985-4777-845c-2aecf36e787a" providerId="ADAL" clId="{1A09C1BB-A329-4F3E-8454-BBABBEF1D96C}" dt="2026-07-13T18:54:09.651" v="10"/>
          <ac:spMkLst>
            <pc:docMk/>
            <pc:sldMk cId="3395779264" sldId="1958"/>
            <ac:spMk id="7" creationId="{42708B16-80EF-F2AD-9EFE-0AA5B1CE71C9}"/>
          </ac:spMkLst>
        </pc:spChg>
        <pc:spChg chg="add mod">
          <ac:chgData name="Marcela Marajó" userId="e1e9d154-6985-4777-845c-2aecf36e787a" providerId="ADAL" clId="{1A09C1BB-A329-4F3E-8454-BBABBEF1D96C}" dt="2026-07-13T18:53:58.102" v="8"/>
          <ac:spMkLst>
            <pc:docMk/>
            <pc:sldMk cId="3395779264" sldId="1958"/>
            <ac:spMk id="11" creationId="{C2ACF4CE-F3A7-47D6-94B8-AA2B769FE6DB}"/>
          </ac:spMkLst>
        </pc:spChg>
        <pc:spChg chg="add mod">
          <ac:chgData name="Marcela Marajó" userId="e1e9d154-6985-4777-845c-2aecf36e787a" providerId="ADAL" clId="{1A09C1BB-A329-4F3E-8454-BBABBEF1D96C}" dt="2026-07-13T18:53:58.102" v="8"/>
          <ac:spMkLst>
            <pc:docMk/>
            <pc:sldMk cId="3395779264" sldId="1958"/>
            <ac:spMk id="16" creationId="{06258C36-CF36-4B40-9599-6B0C5C795D0E}"/>
          </ac:spMkLst>
        </pc:sp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3" creationId="{D63389E1-16D8-6224-D6F1-B3BBF2116623}"/>
          </ac:picMkLst>
        </pc:pic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8" creationId="{6CB86AC5-EFA9-131D-5C12-5860E6C86820}"/>
          </ac:picMkLst>
        </pc:pic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9" creationId="{A0B11FD3-A367-5B9A-F67D-B7B9F8DA8AEB}"/>
          </ac:picMkLst>
        </pc:pic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17" creationId="{EE6BE4FC-E4D7-34BF-1C9A-0A05304234B9}"/>
          </ac:picMkLst>
        </pc:pic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18" creationId="{AEA4E54D-527A-7458-9C4C-1C1DD1602CCC}"/>
          </ac:picMkLst>
        </pc:pic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19" creationId="{DE1E8642-207B-D885-8880-7317EC4C6835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8A7ADA-00A1-BDE3-9A60-CB15F68173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C2197B-8BAA-26E1-FD4A-926A6BFFE7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40ECD8-D6A2-4DE1-BE36-29929AE0EA08}" type="datetimeFigureOut">
              <a:rPr lang="LID4096" smtClean="0"/>
              <a:t>07/20/2026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DA0CBB-915A-E071-1F6E-CC541E01BD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A77A4A-FE70-3B5E-33E6-3DE493606D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B425F-AB43-4F2A-9D92-389452498CA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2240096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B1AAD6-495D-4C88-913E-6D77925F1DA4}" type="datetimeFigureOut">
              <a:rPr lang="en-US" smtClean="0"/>
              <a:t>20/07/2026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F5B6A6-2D1E-405B-814F-CBA40FD47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3213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5CE64-3817-7842-8BB1-13778DAEC7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A8FFEE-91FF-2D40-BEE1-461B576CA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9C755-45D4-9942-8B92-E71B14732A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6E494D5-60E0-45B3-B776-2CB2B13676D0}" type="datetimeFigureOut">
              <a:rPr lang="en-US" smtClean="0"/>
              <a:pPr>
                <a:defRPr/>
              </a:pPr>
              <a:t>20/07/2026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8C534-F30F-1945-BEC7-D4037FDA6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2DD8F-4CBD-B645-A13C-78A6D95BE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C02133D-A425-464E-BEE6-312200865E1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52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5B697-3953-0549-912B-4A0BF2DA4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A3C49-61B5-0040-9C5A-17EE42E29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7960A-D872-4546-B884-B151F862B7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59DD694-C779-487F-B79C-B7112C31A7BD}" type="datetimeFigureOut">
              <a:rPr lang="en-US" smtClean="0"/>
              <a:pPr>
                <a:defRPr/>
              </a:pPr>
              <a:t>20/07/2026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B2524-A2FA-B946-9D64-F4737FF0F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C0B8E-7E17-8E48-8112-25C2601D3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oogle Shape;70;p1">
            <a:extLst>
              <a:ext uri="{FF2B5EF4-FFF2-40B4-BE49-F238E27FC236}">
                <a16:creationId xmlns:a16="http://schemas.microsoft.com/office/drawing/2014/main" id="{A4878C58-20C8-D6B6-7C9D-A8A9E78B4E4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71;p1">
            <a:extLst>
              <a:ext uri="{FF2B5EF4-FFF2-40B4-BE49-F238E27FC236}">
                <a16:creationId xmlns:a16="http://schemas.microsoft.com/office/drawing/2014/main" id="{E59F188D-34F4-405C-E586-925A923D8C12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7515382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99515-F7F5-EC47-BDDA-E78FC506C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B275B-990C-0F43-B903-96FA75D26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6F172-8A44-A440-A7D9-56D75ED23B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B240163-EC9C-434F-A8C8-15E36E9867C6}" type="datetimeFigureOut">
              <a:rPr lang="en-US" smtClean="0"/>
              <a:pPr>
                <a:defRPr/>
              </a:pPr>
              <a:t>20/07/2026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5D4B4-6B45-7647-B81F-9B274B40D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F67D2-817E-DB4B-B700-C57944C13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oogle Shape;70;p1">
            <a:extLst>
              <a:ext uri="{FF2B5EF4-FFF2-40B4-BE49-F238E27FC236}">
                <a16:creationId xmlns:a16="http://schemas.microsoft.com/office/drawing/2014/main" id="{E2B0376D-15D4-62B1-753D-32171EB75FB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71;p1">
            <a:extLst>
              <a:ext uri="{FF2B5EF4-FFF2-40B4-BE49-F238E27FC236}">
                <a16:creationId xmlns:a16="http://schemas.microsoft.com/office/drawing/2014/main" id="{DFDC64BE-6717-666D-9D61-E40B590D199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1278631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EE248-69C6-524E-A93C-436FB8A0D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5B763-70CD-2943-B561-5007BC13AE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4744A7-08ED-6144-85CA-839CC8939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1AC3E-2E7C-324D-A3AB-92FC57BED1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ED4ECAF-9E5D-442D-8146-18D047C35825}" type="datetimeFigureOut">
              <a:rPr lang="en-US" smtClean="0"/>
              <a:pPr>
                <a:defRPr/>
              </a:pPr>
              <a:t>20/07/2026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15D1F-E225-7443-BAA7-F79EC3129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D0D86-D9F1-1041-B424-A3059FD02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oogle Shape;70;p1">
            <a:extLst>
              <a:ext uri="{FF2B5EF4-FFF2-40B4-BE49-F238E27FC236}">
                <a16:creationId xmlns:a16="http://schemas.microsoft.com/office/drawing/2014/main" id="{AB3684CA-101B-BDA0-96BD-004F9021C1B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1;p1">
            <a:extLst>
              <a:ext uri="{FF2B5EF4-FFF2-40B4-BE49-F238E27FC236}">
                <a16:creationId xmlns:a16="http://schemas.microsoft.com/office/drawing/2014/main" id="{096D3537-6F92-9371-7F29-65D95379FA83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426974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41CD3-F7CC-204B-B71B-E6EA61593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15E1A-0D83-FB46-A2F5-73C9717FF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801F6-D750-B64E-BCA0-1949B5AD1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827A6-DED4-8147-B1F1-718187C8FC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3010CC-4C7B-8949-A63B-F26B56DC04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1838CC-B868-EF4E-BEC1-F2B0F9D8D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6BD0248-8A73-4A4D-A754-710360A503A5}" type="datetimeFigureOut">
              <a:rPr lang="en-US" smtClean="0"/>
              <a:pPr>
                <a:defRPr/>
              </a:pPr>
              <a:t>20/07/2026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04DBE1-9341-1544-953C-62949BD42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EB0BF5-9900-F945-BDF0-CC9A4EEDC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oogle Shape;70;p1">
            <a:extLst>
              <a:ext uri="{FF2B5EF4-FFF2-40B4-BE49-F238E27FC236}">
                <a16:creationId xmlns:a16="http://schemas.microsoft.com/office/drawing/2014/main" id="{74D75C6B-D5E6-65CC-8D2C-2B7CD739566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71;p1">
            <a:extLst>
              <a:ext uri="{FF2B5EF4-FFF2-40B4-BE49-F238E27FC236}">
                <a16:creationId xmlns:a16="http://schemas.microsoft.com/office/drawing/2014/main" id="{17BD6F2E-40E7-1494-9E36-E79A079DBEE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1245393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A2B5A-9BF2-E34D-A953-617EBC6E1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0CF7F5-F91F-BB4A-A3BC-71C8D67C06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3C28A5D-1B9A-424F-9BFB-0CB743D35041}" type="datetimeFigureOut">
              <a:rPr lang="en-US" smtClean="0"/>
              <a:pPr>
                <a:defRPr/>
              </a:pPr>
              <a:t>20/07/2026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9FE7C2-A9F2-A140-BD99-8CD09EED1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AEAB2F-7F3F-264A-B6F0-8B1B4DB3C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oogle Shape;70;p1">
            <a:extLst>
              <a:ext uri="{FF2B5EF4-FFF2-40B4-BE49-F238E27FC236}">
                <a16:creationId xmlns:a16="http://schemas.microsoft.com/office/drawing/2014/main" id="{D54F1D83-883E-BFA8-4DCE-3FF001AA57F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71;p1">
            <a:extLst>
              <a:ext uri="{FF2B5EF4-FFF2-40B4-BE49-F238E27FC236}">
                <a16:creationId xmlns:a16="http://schemas.microsoft.com/office/drawing/2014/main" id="{6E602F8F-8940-867B-2F2F-50CE59A83037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0099251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FEA842-4D21-D143-8E0F-285C9F2957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932FE74-84CB-4EE6-9B0E-3F146E351E1D}" type="datetimeFigureOut">
              <a:rPr lang="en-US" smtClean="0"/>
              <a:pPr>
                <a:defRPr/>
              </a:pPr>
              <a:t>20/07/2026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00A037-FD53-754C-8563-53664A78A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4C081-FCB6-674F-8F6A-5AFC94C37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oogle Shape;70;p1">
            <a:extLst>
              <a:ext uri="{FF2B5EF4-FFF2-40B4-BE49-F238E27FC236}">
                <a16:creationId xmlns:a16="http://schemas.microsoft.com/office/drawing/2014/main" id="{B6DB6046-3122-00FC-0F2E-55A19C62B90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1;p1">
            <a:extLst>
              <a:ext uri="{FF2B5EF4-FFF2-40B4-BE49-F238E27FC236}">
                <a16:creationId xmlns:a16="http://schemas.microsoft.com/office/drawing/2014/main" id="{5E707292-EFFF-B3DE-CA39-8B7740BEE437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4144382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B923F-5CD8-BF43-8FF7-C03609A49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4A0C3-D1FC-E144-8705-5024D7205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E02F9-BA13-F449-B188-3CD66927A6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6F2860-B011-F943-A343-51D167C578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AB02D15-DB56-485C-8489-76EB7FE2BAF7}" type="datetimeFigureOut">
              <a:rPr lang="en-US" smtClean="0"/>
              <a:pPr>
                <a:defRPr/>
              </a:pPr>
              <a:t>20/07/2026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B51FC9-7366-1A4A-923E-8B9482CD5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E10B6-C625-3F44-86EE-B82862E0D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oogle Shape;70;p1">
            <a:extLst>
              <a:ext uri="{FF2B5EF4-FFF2-40B4-BE49-F238E27FC236}">
                <a16:creationId xmlns:a16="http://schemas.microsoft.com/office/drawing/2014/main" id="{ADB640FD-0266-D928-B182-DFB43C32B8C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1;p1">
            <a:extLst>
              <a:ext uri="{FF2B5EF4-FFF2-40B4-BE49-F238E27FC236}">
                <a16:creationId xmlns:a16="http://schemas.microsoft.com/office/drawing/2014/main" id="{6A2973CD-E1CC-DEF1-564B-63960E19A538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0662682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AFB0-7BF9-294E-AB42-70555408F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58A764-2029-B44B-9AF9-265614D727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9D6F3-5B18-0A47-8AA0-90EE5FE9E5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2CAF2-C1F9-9D4F-8F49-6A5A2AE652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2F52450-9FC4-4E02-9D6A-269AFEE1FABF}" type="datetimeFigureOut">
              <a:rPr lang="en-US" smtClean="0"/>
              <a:pPr>
                <a:defRPr/>
              </a:pPr>
              <a:t>20/07/2026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A7C50-F14C-7A4F-B428-077B2C975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23D0C-36BF-4C4E-9FC8-7A57DCFF3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oogle Shape;70;p1">
            <a:extLst>
              <a:ext uri="{FF2B5EF4-FFF2-40B4-BE49-F238E27FC236}">
                <a16:creationId xmlns:a16="http://schemas.microsoft.com/office/drawing/2014/main" id="{BC955EE9-779C-7CEB-4130-13BAFF5C6DE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1;p1">
            <a:extLst>
              <a:ext uri="{FF2B5EF4-FFF2-40B4-BE49-F238E27FC236}">
                <a16:creationId xmlns:a16="http://schemas.microsoft.com/office/drawing/2014/main" id="{9225E327-E0AB-8FE6-C62E-BF3D5BC2017B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3487314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SRAF" userDrawn="1">
  <p:cSld name="ASRAF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4"/>
          <p:cNvSpPr txBox="1">
            <a:spLocks noGrp="1"/>
          </p:cNvSpPr>
          <p:nvPr>
            <p:ph type="title"/>
          </p:nvPr>
        </p:nvSpPr>
        <p:spPr>
          <a:xfrm>
            <a:off x="354772" y="889466"/>
            <a:ext cx="1672100" cy="326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lang="en-US" sz="1600" b="1" kern="1200" noProof="0" dirty="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+mj-c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GB" noProof="0"/>
          </a:p>
        </p:txBody>
      </p:sp>
      <p:cxnSp>
        <p:nvCxnSpPr>
          <p:cNvPr id="28" name="Google Shape;28;p54"/>
          <p:cNvCxnSpPr/>
          <p:nvPr/>
        </p:nvCxnSpPr>
        <p:spPr>
          <a:xfrm>
            <a:off x="2026872" y="840760"/>
            <a:ext cx="0" cy="3345826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E5C8DC-A434-A2A5-45F5-DF16091E661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84400" y="803275"/>
            <a:ext cx="6116638" cy="3344863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q"/>
              <a:defRPr sz="240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1pPr>
            <a:lvl2pPr marL="628650" indent="-285750">
              <a:tabLst>
                <a:tab pos="628650" algn="l"/>
              </a:tabLst>
              <a:defRPr sz="200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2pPr>
            <a:lvl3pPr>
              <a:defRPr sz="180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3pPr>
            <a:lvl4pPr>
              <a:defRPr sz="160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4pPr>
            <a:lvl5pPr>
              <a:defRPr sz="160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pic>
        <p:nvPicPr>
          <p:cNvPr id="3" name="Google Shape;70;p1">
            <a:extLst>
              <a:ext uri="{FF2B5EF4-FFF2-40B4-BE49-F238E27FC236}">
                <a16:creationId xmlns:a16="http://schemas.microsoft.com/office/drawing/2014/main" id="{CAABDA92-BC29-E8A2-80FD-8ED31BF51A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71;p1">
            <a:extLst>
              <a:ext uri="{FF2B5EF4-FFF2-40B4-BE49-F238E27FC236}">
                <a16:creationId xmlns:a16="http://schemas.microsoft.com/office/drawing/2014/main" id="{83293D25-967B-1BD4-441B-82145EC9AB6A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33423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tags" Target="../tags/tag1.xml"/><Relationship Id="rId13" Type="http://schemas.openxmlformats.org/officeDocument/2006/relationships/oleObject" Target="../embeddings/oleObject1.bin"/><Relationship Id="rId14" Type="http://schemas.openxmlformats.org/officeDocument/2006/relationships/image" Target="../media/image1.emf"/><Relationship Id="rId15" Type="http://schemas.openxmlformats.org/officeDocument/2006/relationships/image" Target="../media/image2.png"/><Relationship Id="rId16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F7ECEC6-5BC6-2C6B-6475-792D61F46B3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29836162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504" imgH="305" progId="TCLayout.ActiveDocument.1">
                  <p:embed/>
                </p:oleObj>
              </mc:Choice>
              <mc:Fallback>
                <p:oleObj name="think-cell Slide" r:id="rId13" imgW="504" imgH="3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F7ECEC6-5BC6-2C6B-6475-792D61F46B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Google Shape;101;p2">
            <a:extLst>
              <a:ext uri="{FF2B5EF4-FFF2-40B4-BE49-F238E27FC236}">
                <a16:creationId xmlns:a16="http://schemas.microsoft.com/office/drawing/2014/main" id="{FAD91BD5-5778-3B44-AC7B-09D46AC86953}"/>
              </a:ext>
            </a:extLst>
          </p:cNvPr>
          <p:cNvPicPr preferRelativeResize="0"/>
          <p:nvPr/>
        </p:nvPicPr>
        <p:blipFill rotWithShape="1">
          <a:blip r:embed="rId15">
            <a:alphaModFix amt="66000"/>
          </a:blip>
          <a:srcRect l="118" t="65424" r="118" b="24703"/>
          <a:stretch/>
        </p:blipFill>
        <p:spPr>
          <a:xfrm>
            <a:off x="0" y="4707082"/>
            <a:ext cx="9144000" cy="531668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pic>
      <p:sp>
        <p:nvSpPr>
          <p:cNvPr id="9" name="Google Shape;72;p1">
            <a:extLst>
              <a:ext uri="{FF2B5EF4-FFF2-40B4-BE49-F238E27FC236}">
                <a16:creationId xmlns:a16="http://schemas.microsoft.com/office/drawing/2014/main" id="{FC89C330-67DD-EB4D-9AE1-EFD794CFA2C2}"/>
              </a:ext>
            </a:extLst>
          </p:cNvPr>
          <p:cNvSpPr/>
          <p:nvPr/>
        </p:nvSpPr>
        <p:spPr>
          <a:xfrm>
            <a:off x="0" y="-9526"/>
            <a:ext cx="9144000" cy="268357"/>
          </a:xfrm>
          <a:prstGeom prst="rect">
            <a:avLst/>
          </a:prstGeom>
          <a:solidFill>
            <a:srgbClr val="AEBD58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9EF8CD-A533-007E-94BC-2FCC28815FA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0" y="5040631"/>
            <a:ext cx="4595813" cy="103875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675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INTERNAL. This information is accessible to ADB Management and staff. It may be shared outside ADB with appropriate permission.</a:t>
            </a:r>
          </a:p>
        </p:txBody>
      </p:sp>
      <p:pic>
        <p:nvPicPr>
          <p:cNvPr id="2" name="Bild 11">
            <a:extLst>
              <a:ext uri="{FF2B5EF4-FFF2-40B4-BE49-F238E27FC236}">
                <a16:creationId xmlns:a16="http://schemas.microsoft.com/office/drawing/2014/main" id="{02598EBD-4CB5-FAEA-41BF-81BED3360FE5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7900" y="4795124"/>
            <a:ext cx="546100" cy="355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2053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7" r:id="rId10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tIns="0" r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 dirty="0">
                <a:solidFill>
                  <a:srgbClr val="002060"/>
                </a:solidFill>
                <a:latin typeface="Calibri"/>
              </a:rPr>
              <a:t>Parking</a:t>
            </a:r>
            <a:r>
              <a:rPr lang="en-US" sz="1800" b="1" i="0" dirty="0">
                <a:solidFill>
                  <a:srgbClr val="002060"/>
                </a:solidFill>
                <a:latin typeface="Calibri"/>
              </a:rPr>
              <a:t> Assessment</a:t>
            </a:r>
            <a:endParaRPr sz="1800" b="1" i="0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1</a:t>
            </a:fld>
            <a:endParaRPr lang="en-US" sz="1000"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9456" y="1417320"/>
            <a:ext cx="5394960" cy="123444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19456" y="1417320"/>
            <a:ext cx="5394960" cy="411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" y="1563624"/>
            <a:ext cx="51755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1F1F"/>
                </a:solidFill>
                <a:latin typeface="Calibri"/>
              </a:rPr>
              <a:t>Our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1837943"/>
            <a:ext cx="5175504" cy="722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Analyse the existing parking system context along the priority corridors and in Yerevan as a whole.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Assess the impacts of the conceptual corridor designs on parking supply.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Evaluate the potential for parking displacement within the defined influence area.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Identify mitigation options and parking management measures that support corridor implementation.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" y="2761488"/>
            <a:ext cx="5394960" cy="1627632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9456" y="2761488"/>
            <a:ext cx="5394960" cy="411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184" y="2907792"/>
            <a:ext cx="51755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1F1F"/>
                </a:solidFill>
                <a:latin typeface="Calibri"/>
              </a:rPr>
              <a:t>What we did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" y="3182112"/>
            <a:ext cx="5175504" cy="9387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 dirty="0">
                <a:solidFill>
                  <a:srgbClr val="1F1F1F"/>
                </a:solidFill>
                <a:latin typeface="Calibri"/>
              </a:rPr>
              <a:t>•  Parking Supply Survey — desk inventory from 360° video, satellite and Yandex imagery, with ~15% cross-checked physically in the field.</a:t>
            </a:r>
          </a:p>
          <a:p>
            <a:pPr algn="l">
              <a:spcAft>
                <a:spcPts val="400"/>
              </a:spcAft>
            </a:pPr>
            <a:r>
              <a:rPr sz="850" b="0" i="0" dirty="0">
                <a:solidFill>
                  <a:srgbClr val="1F1F1F"/>
                </a:solidFill>
                <a:latin typeface="Calibri"/>
              </a:rPr>
              <a:t>•  Parking Occupancy Survey — six representative areas, hourly license-plate sweeps, 07:00–24:00.</a:t>
            </a:r>
          </a:p>
          <a:p>
            <a:pPr algn="l">
              <a:spcAft>
                <a:spcPts val="400"/>
              </a:spcAft>
            </a:pPr>
            <a:r>
              <a:rPr sz="850" b="0" i="0" dirty="0">
                <a:solidFill>
                  <a:srgbClr val="1F1F1F"/>
                </a:solidFill>
                <a:latin typeface="Calibri"/>
              </a:rPr>
              <a:t>•  Off-street context — major facilities on the corridors catalogued to test their potential to absorb displaced demand.</a:t>
            </a:r>
          </a:p>
          <a:p>
            <a:pPr algn="l">
              <a:spcAft>
                <a:spcPts val="400"/>
              </a:spcAft>
            </a:pPr>
            <a:r>
              <a:rPr sz="850" b="0" i="0" dirty="0">
                <a:solidFill>
                  <a:srgbClr val="1F1F1F"/>
                </a:solidFill>
                <a:latin typeface="Calibri"/>
              </a:rPr>
              <a:t>•  All survey data published and explorable at </a:t>
            </a:r>
            <a:r>
              <a:rPr lang="en-US" sz="850" b="1" dirty="0">
                <a:solidFill>
                  <a:srgbClr val="1F1F1F"/>
                </a:solidFill>
                <a:latin typeface="Calibri"/>
              </a:rPr>
              <a:t>http://</a:t>
            </a:r>
            <a:r>
              <a:rPr sz="850" b="1" dirty="0">
                <a:solidFill>
                  <a:srgbClr val="1F1F1F"/>
                </a:solidFill>
                <a:latin typeface="Calibri"/>
              </a:rPr>
              <a:t>yerevan-parking</a:t>
            </a:r>
            <a:r>
              <a:rPr sz="850" b="1" i="0" dirty="0">
                <a:solidFill>
                  <a:srgbClr val="1F1F1F"/>
                </a:solidFill>
                <a:latin typeface="Calibri"/>
              </a:rPr>
              <a:t>.vercel.app</a:t>
            </a:r>
            <a:endParaRPr sz="850" b="0" i="0" dirty="0">
              <a:solidFill>
                <a:srgbClr val="1F1F1F"/>
              </a:solidFill>
              <a:latin typeface="Calibri"/>
            </a:endParaRPr>
          </a:p>
        </p:txBody>
      </p:sp>
      <p:pic>
        <p:nvPicPr>
          <p:cNvPr id="15" name="Picture 14" descr="field_survey_lo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1417320"/>
            <a:ext cx="3017520" cy="284987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79008" y="4297680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1">
                <a:solidFill>
                  <a:srgbClr val="666666"/>
                </a:solidFill>
                <a:latin typeface="Calibri"/>
              </a:rPr>
              <a:t>Field occupancy survey areas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tIns="0" r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 dirty="0">
                <a:solidFill>
                  <a:srgbClr val="002060"/>
                </a:solidFill>
                <a:latin typeface="Calibri"/>
              </a:rPr>
              <a:t>Parking Supply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731520"/>
            <a:ext cx="78638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150" b="0" i="0" dirty="0">
                <a:solidFill>
                  <a:srgbClr val="666666"/>
                </a:solidFill>
                <a:latin typeface="Calibri"/>
              </a:rPr>
              <a:t>Across </a:t>
            </a:r>
            <a:r>
              <a:rPr sz="1150" b="0" i="0" dirty="0">
                <a:solidFill>
                  <a:srgbClr val="666666"/>
                </a:solidFill>
                <a:latin typeface="Calibri"/>
              </a:rPr>
              <a:t>the corridors and </a:t>
            </a:r>
            <a:r>
              <a:rPr lang="en-US" sz="1150" b="0" i="0" dirty="0">
                <a:solidFill>
                  <a:srgbClr val="666666"/>
                </a:solidFill>
                <a:latin typeface="Calibri"/>
              </a:rPr>
              <a:t>1</a:t>
            </a:r>
            <a:r>
              <a:rPr sz="1150" b="0" i="0" dirty="0">
                <a:solidFill>
                  <a:srgbClr val="666666"/>
                </a:solidFill>
                <a:latin typeface="Calibri"/>
              </a:rPr>
              <a:t>00 m </a:t>
            </a:r>
            <a:r>
              <a:rPr lang="en-US" sz="1150" b="0" i="0" dirty="0">
                <a:solidFill>
                  <a:srgbClr val="666666"/>
                </a:solidFill>
                <a:latin typeface="Calibri"/>
              </a:rPr>
              <a:t>buffer</a:t>
            </a:r>
            <a:endParaRPr sz="1150" b="0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2</a:t>
            </a:fld>
            <a:endParaRPr lang="en-US" sz="1000"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9456" y="1417320"/>
            <a:ext cx="2039112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19456" y="1417320"/>
            <a:ext cx="2039112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" y="1563624"/>
            <a:ext cx="20391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1F1F1F"/>
                </a:solidFill>
                <a:latin typeface="Calibri"/>
              </a:rPr>
              <a:t>15,897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020824"/>
            <a:ext cx="189280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Total spaces inventoried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41448" y="1417320"/>
            <a:ext cx="2039112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441448" y="1417320"/>
            <a:ext cx="2039112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41448" y="1563624"/>
            <a:ext cx="20391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1F1F1F"/>
                </a:solidFill>
                <a:latin typeface="Calibri"/>
              </a:rPr>
              <a:t>8,862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020824"/>
            <a:ext cx="189280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On-street, across 728 segments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417320"/>
            <a:ext cx="2039112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63440" y="1417320"/>
            <a:ext cx="2039112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1563624"/>
            <a:ext cx="203911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 dirty="0">
                <a:solidFill>
                  <a:srgbClr val="1F1F1F"/>
                </a:solidFill>
                <a:latin typeface="Calibri"/>
              </a:rPr>
              <a:t>7,0</a:t>
            </a:r>
            <a:r>
              <a:rPr lang="en-US" sz="2000" b="1" i="0" dirty="0">
                <a:solidFill>
                  <a:srgbClr val="1F1F1F"/>
                </a:solidFill>
                <a:latin typeface="Calibri"/>
              </a:rPr>
              <a:t>0</a:t>
            </a:r>
            <a:r>
              <a:rPr sz="2000" b="1" i="0" dirty="0">
                <a:solidFill>
                  <a:srgbClr val="1F1F1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2020824"/>
            <a:ext cx="1892807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850" dirty="0">
                <a:solidFill>
                  <a:srgbClr val="666666"/>
                </a:solidFill>
                <a:latin typeface="Calibri"/>
              </a:rPr>
              <a:t>On the corridors themselves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85432" y="1417320"/>
            <a:ext cx="2039112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85432" y="1417320"/>
            <a:ext cx="2039112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85432" y="1563624"/>
            <a:ext cx="203911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 dirty="0">
                <a:solidFill>
                  <a:srgbClr val="1F1F1F"/>
                </a:solidFill>
                <a:latin typeface="Calibri"/>
              </a:rPr>
              <a:t>7,0</a:t>
            </a:r>
            <a:r>
              <a:rPr lang="en-US" sz="2000" b="1" i="0" dirty="0">
                <a:solidFill>
                  <a:srgbClr val="1F1F1F"/>
                </a:solidFill>
                <a:latin typeface="Calibri"/>
              </a:rPr>
              <a:t>3</a:t>
            </a:r>
            <a:r>
              <a:rPr sz="2000" b="1" i="0" dirty="0">
                <a:solidFill>
                  <a:srgbClr val="1F1F1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8584" y="2020824"/>
            <a:ext cx="1892807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850" dirty="0">
                <a:solidFill>
                  <a:srgbClr val="666666"/>
                </a:solidFill>
                <a:latin typeface="Calibri"/>
              </a:rPr>
              <a:t>Off-street, across 266 facilities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" y="2670048"/>
            <a:ext cx="87050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1F1F1F"/>
                </a:solidFill>
                <a:latin typeface="Calibri"/>
              </a:rPr>
              <a:t>On-corridor on-street supply by regulatory zone (7,005 spaces)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9456" y="2926080"/>
            <a:ext cx="7635126" cy="27432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854582" y="2926080"/>
            <a:ext cx="663599" cy="27432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518182" y="2926080"/>
            <a:ext cx="323101" cy="2743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841283" y="2926080"/>
            <a:ext cx="83260" cy="274320"/>
          </a:xfrm>
          <a:prstGeom prst="rect">
            <a:avLst/>
          </a:prstGeom>
          <a:solidFill>
            <a:srgbClr val="D4A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19456" y="3328416"/>
            <a:ext cx="100584" cy="100584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4904" y="3300984"/>
            <a:ext cx="187451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66666"/>
                </a:solidFill>
                <a:latin typeface="Calibri"/>
              </a:rPr>
              <a:t>Free / unregulated  6,144 (87.7%)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95728" y="3328416"/>
            <a:ext cx="100584" cy="100584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51176" y="3300984"/>
            <a:ext cx="187451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66666"/>
                </a:solidFill>
                <a:latin typeface="Calibri"/>
              </a:rPr>
              <a:t>Zone B (blue) – paid  534 (7.6%)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3328416"/>
            <a:ext cx="100584" cy="100584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27448" y="3300984"/>
            <a:ext cx="187451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66666"/>
                </a:solidFill>
                <a:latin typeface="Calibri"/>
              </a:rPr>
              <a:t>Zone A (red) – paid  260 (3.7%)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48272" y="3328416"/>
            <a:ext cx="100584" cy="100584"/>
          </a:xfrm>
          <a:prstGeom prst="rect">
            <a:avLst/>
          </a:prstGeom>
          <a:solidFill>
            <a:srgbClr val="D4A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03720" y="3300984"/>
            <a:ext cx="187451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66666"/>
                </a:solidFill>
                <a:latin typeface="Calibri"/>
              </a:rPr>
              <a:t>Taxi  67 (1.0%)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" y="3675887"/>
            <a:ext cx="8705088" cy="65836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19456" y="3675887"/>
            <a:ext cx="8705088" cy="41148"/>
          </a:xfrm>
          <a:prstGeom prst="rect">
            <a:avLst/>
          </a:prstGeom>
          <a:solidFill>
            <a:srgbClr val="D4A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9184" y="3822191"/>
            <a:ext cx="84856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dirty="0">
                <a:solidFill>
                  <a:srgbClr val="1F1F1F"/>
                </a:solidFill>
                <a:latin typeface="Calibri"/>
              </a:rPr>
              <a:t>88% of corridor parking is free</a:t>
            </a:r>
            <a:r>
              <a:rPr lang="en-US" sz="1000" b="1" i="0" dirty="0">
                <a:solidFill>
                  <a:srgbClr val="1F1F1F"/>
                </a:solidFill>
                <a:latin typeface="Calibri"/>
              </a:rPr>
              <a:t> of charge</a:t>
            </a:r>
            <a:r>
              <a:rPr sz="1000" b="1" i="0" dirty="0">
                <a:solidFill>
                  <a:srgbClr val="1F1F1F"/>
                </a:solidFill>
                <a:latin typeface="Calibri"/>
              </a:rPr>
              <a:t> — and barely organized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" y="4096511"/>
            <a:ext cx="8485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Only 20% has signage and 12% has markings. Zone A is concentrated in Kentron (Nalbandyan 83, Abovyan 46, Amiryan 43); Zone B is almost entirely Komitas Avenue (522 of 534).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tIns="0" r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 dirty="0">
                <a:solidFill>
                  <a:srgbClr val="002060"/>
                </a:solidFill>
                <a:latin typeface="Calibri"/>
              </a:rPr>
              <a:t>Parking Occupancy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731520"/>
            <a:ext cx="78638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sz="1150" b="0" i="0" dirty="0">
                <a:solidFill>
                  <a:srgbClr val="666666"/>
                </a:solidFill>
                <a:latin typeface="Calibri"/>
              </a:rPr>
              <a:t>6 </a:t>
            </a:r>
            <a:r>
              <a:rPr sz="1150" b="0" i="0" dirty="0">
                <a:solidFill>
                  <a:srgbClr val="666666"/>
                </a:solidFill>
                <a:latin typeface="Calibri"/>
              </a:rPr>
              <a:t>areas </a:t>
            </a:r>
            <a:r>
              <a:rPr lang="en-US" sz="1150" b="0" i="0" dirty="0">
                <a:solidFill>
                  <a:srgbClr val="666666"/>
                </a:solidFill>
                <a:latin typeface="Calibri"/>
              </a:rPr>
              <a:t>| </a:t>
            </a:r>
            <a:r>
              <a:rPr sz="1150" b="0" i="0" dirty="0">
                <a:solidFill>
                  <a:srgbClr val="666666"/>
                </a:solidFill>
                <a:latin typeface="Calibri"/>
              </a:rPr>
              <a:t>hourly license-plate sweeps</a:t>
            </a:r>
            <a:r>
              <a:rPr lang="en-US" sz="1150" dirty="0">
                <a:solidFill>
                  <a:srgbClr val="666666"/>
                </a:solidFill>
                <a:latin typeface="Calibri"/>
              </a:rPr>
              <a:t> | 29 May - 3 June 2026 | </a:t>
            </a:r>
            <a:r>
              <a:rPr sz="1150" b="0" i="0" dirty="0">
                <a:solidFill>
                  <a:srgbClr val="666666"/>
                </a:solidFill>
                <a:latin typeface="Calibri"/>
              </a:rPr>
              <a:t>07:00–24:00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3</a:t>
            </a:fld>
            <a:endParaRPr lang="en-US" sz="1000"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9456" y="1417320"/>
            <a:ext cx="4443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1F1F1F"/>
                </a:solidFill>
                <a:latin typeface="Calibri"/>
              </a:rPr>
              <a:t>Peak occupancy by surveyed 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" y="3968496"/>
            <a:ext cx="44439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 i="1">
                <a:solidFill>
                  <a:srgbClr val="666666"/>
                </a:solidFill>
                <a:latin typeface="Calibri"/>
              </a:rPr>
              <a:t>Peak occupancy = distinct vehicles in the busiest hour ÷ parking capacity (capacity-weighted).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2040" y="1417320"/>
            <a:ext cx="1929384" cy="896112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892040" y="1417320"/>
            <a:ext cx="1929384" cy="411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2040" y="1527048"/>
            <a:ext cx="192938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  <a:latin typeface="Calibri"/>
              </a:rPr>
              <a:t>93%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5192" y="1819656"/>
            <a:ext cx="1783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Peak occupancy, capacity-weighted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59" y="1417320"/>
            <a:ext cx="1929384" cy="896112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995159" y="1417320"/>
            <a:ext cx="1929384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95159" y="1527048"/>
            <a:ext cx="192938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F1F1F"/>
                </a:solidFill>
                <a:latin typeface="Calibri"/>
              </a:rPr>
              <a:t>1.8h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8312" y="1819656"/>
            <a:ext cx="1783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Average length of stay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2040" y="2386584"/>
            <a:ext cx="1929384" cy="896112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892040" y="2386584"/>
            <a:ext cx="1929384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92040" y="2496312"/>
            <a:ext cx="192938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F1F1F"/>
                </a:solidFill>
                <a:latin typeface="Calibri"/>
              </a:rPr>
              <a:t>5–11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65192" y="2788920"/>
            <a:ext cx="1783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Vehicles per space per day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59" y="2386584"/>
            <a:ext cx="1929384" cy="896112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995159" y="2386584"/>
            <a:ext cx="1929384" cy="4114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95159" y="2496312"/>
            <a:ext cx="192938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565C0"/>
                </a:solidFill>
                <a:latin typeface="Calibri"/>
              </a:rPr>
              <a:t>63%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8312" y="2788920"/>
            <a:ext cx="1783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Of stays are one hour or less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383280"/>
            <a:ext cx="40325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1F1F1F"/>
                </a:solidFill>
                <a:latin typeface="Calibri"/>
              </a:rPr>
              <a:t>How long vehicles stay</a:t>
            </a:r>
          </a:p>
        </p:txBody>
      </p:sp>
      <p:pic>
        <p:nvPicPr>
          <p:cNvPr id="27" name="Picture 26" descr="chart_st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529584"/>
            <a:ext cx="4032504" cy="806500"/>
          </a:xfrm>
          <a:prstGeom prst="rect">
            <a:avLst/>
          </a:prstGeom>
        </p:spPr>
      </p:pic>
      <p:pic>
        <p:nvPicPr>
          <p:cNvPr id="28" name="Picture 27" descr="chart_occupa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1581912"/>
            <a:ext cx="4443984" cy="23562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tIns="0" r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b="1" dirty="0">
                <a:solidFill>
                  <a:srgbClr val="002060"/>
                </a:solidFill>
                <a:latin typeface="Calibri"/>
              </a:rPr>
              <a:t>Design </a:t>
            </a:r>
            <a:r>
              <a:rPr sz="1800" b="1" i="0" dirty="0">
                <a:solidFill>
                  <a:srgbClr val="002060"/>
                </a:solidFill>
                <a:latin typeface="Calibri"/>
              </a:rPr>
              <a:t>Impact </a:t>
            </a:r>
            <a:r>
              <a:rPr lang="en-US" b="1" dirty="0">
                <a:solidFill>
                  <a:srgbClr val="002060"/>
                </a:solidFill>
                <a:latin typeface="Calibri"/>
              </a:rPr>
              <a:t>&amp; </a:t>
            </a:r>
            <a:r>
              <a:rPr lang="en-US" sz="1800" b="1" i="0" dirty="0">
                <a:solidFill>
                  <a:srgbClr val="002060"/>
                </a:solidFill>
                <a:latin typeface="Calibri"/>
              </a:rPr>
              <a:t>D</a:t>
            </a:r>
            <a:r>
              <a:rPr sz="1800" b="1" i="0" dirty="0">
                <a:solidFill>
                  <a:srgbClr val="002060"/>
                </a:solidFill>
                <a:latin typeface="Calibri"/>
              </a:rPr>
              <a:t>isplacement </a:t>
            </a:r>
            <a:r>
              <a:rPr lang="en-US" sz="1800" b="1" i="0" dirty="0">
                <a:solidFill>
                  <a:srgbClr val="002060"/>
                </a:solidFill>
                <a:latin typeface="Calibri"/>
              </a:rPr>
              <a:t>A</a:t>
            </a:r>
            <a:r>
              <a:rPr sz="1800" b="1" i="0" dirty="0">
                <a:solidFill>
                  <a:srgbClr val="002060"/>
                </a:solidFill>
                <a:latin typeface="Calibri"/>
              </a:rPr>
              <a:t>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731520"/>
            <a:ext cx="78638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 dirty="0">
                <a:solidFill>
                  <a:srgbClr val="666666"/>
                </a:solidFill>
                <a:latin typeface="Calibri"/>
              </a:rPr>
              <a:t>The conceptual cross-section removes 85% of on-corridor parking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4</a:t>
            </a:fld>
            <a:endParaRPr lang="en-US" sz="1000"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9456" y="1417320"/>
            <a:ext cx="5120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F1F1F"/>
                </a:solidFill>
                <a:latin typeface="Calibri"/>
              </a:rPr>
              <a:t>CORRIDOR-WIDE · impact of the conceptual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92624" y="1417320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>
                <a:solidFill>
                  <a:srgbClr val="666666"/>
                </a:solidFill>
                <a:latin typeface="Calibri"/>
              </a:rPr>
              <a:t>Corridor 1: 1,836  ·  Corridor 2: 3,310  ·  Corridor 3: 807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" y="1609344"/>
            <a:ext cx="2039112" cy="859536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19456" y="1609344"/>
            <a:ext cx="2039112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9456" y="1719072"/>
            <a:ext cx="20391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F1F1F"/>
                </a:solidFill>
                <a:latin typeface="Calibri"/>
              </a:rPr>
              <a:t>7,005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011680"/>
            <a:ext cx="189280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On-street, on the corridors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41448" y="1609344"/>
            <a:ext cx="2039112" cy="859536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41448" y="1609344"/>
            <a:ext cx="2039112" cy="411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41448" y="1719072"/>
            <a:ext cx="20391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C62828"/>
                </a:solidFill>
                <a:latin typeface="Calibri"/>
              </a:rPr>
              <a:t>5,953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011680"/>
            <a:ext cx="189280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On-street spaces removed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609344"/>
            <a:ext cx="2039112" cy="859536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63440" y="1609344"/>
            <a:ext cx="2039112" cy="411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1719072"/>
            <a:ext cx="20391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C62828"/>
                </a:solidFill>
                <a:latin typeface="Calibri"/>
              </a:rPr>
              <a:t>85%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2011680"/>
            <a:ext cx="189280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Of on-corridor parking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85432" y="1609344"/>
            <a:ext cx="2039112" cy="859536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85432" y="1609344"/>
            <a:ext cx="2039112" cy="411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85432" y="1719072"/>
            <a:ext cx="203911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Calibri"/>
              </a:rPr>
              <a:t>1,052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8584" y="2011680"/>
            <a:ext cx="189280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Retained or re-established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" y="2596896"/>
            <a:ext cx="8705088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9456" y="2688336"/>
            <a:ext cx="5120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F1F1F"/>
                </a:solidFill>
                <a:latin typeface="Calibri"/>
              </a:rPr>
              <a:t>SIX SURVEYED AREAS ONLY · measured displacement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92624" y="2688336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 dirty="0">
                <a:solidFill>
                  <a:srgbClr val="666666"/>
                </a:solidFill>
                <a:latin typeface="Calibri"/>
              </a:rPr>
              <a:t>A demand overlay — not a re-survey of the full corridor</a:t>
            </a:r>
          </a:p>
        </p:txBody>
      </p:sp>
      <p:pic>
        <p:nvPicPr>
          <p:cNvPr id="28" name="Picture 27" descr="chart_displa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2871216"/>
            <a:ext cx="3840480" cy="1080135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4261104" y="2871216"/>
            <a:ext cx="1481328" cy="93268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61104" y="2871216"/>
            <a:ext cx="1481328" cy="411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61104" y="3017520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62828"/>
                </a:solidFill>
                <a:latin typeface="Calibri"/>
              </a:rPr>
              <a:t>55%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34256" y="3474720"/>
            <a:ext cx="13350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Displaced vs. removed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2871216"/>
            <a:ext cx="1481328" cy="93268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852160" y="2871216"/>
            <a:ext cx="1481328" cy="4114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852160" y="3017520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565C0"/>
                </a:solidFill>
                <a:latin typeface="Calibri"/>
              </a:rPr>
              <a:t>43%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25312" y="3474720"/>
            <a:ext cx="13350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Absorbed on-street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43216" y="2871216"/>
            <a:ext cx="1481328" cy="93268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443216" y="2871216"/>
            <a:ext cx="1481328" cy="41148"/>
          </a:xfrm>
          <a:prstGeom prst="rect">
            <a:avLst/>
          </a:prstGeom>
          <a:solidFill>
            <a:srgbClr val="79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43216" y="3017520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791F1F"/>
                </a:solidFill>
                <a:latin typeface="Calibri"/>
              </a:rPr>
              <a:t>92%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16368" y="3474720"/>
            <a:ext cx="13350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Capacity behind gates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61104" y="3913632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791F1F"/>
                </a:solidFill>
                <a:latin typeface="Calibri"/>
              </a:rPr>
              <a:t>Open and manage the yards BEFORE removing kerb: nearby streets absorb only 43% (14% in Kentron, 0% in Komitas). Re-absorption reaches ~100% only via off-street, and 92% of that is gated residential yards.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9456" y="3986784"/>
            <a:ext cx="3931920" cy="310896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r>
              <a:rPr sz="700" i="1">
                <a:solidFill>
                  <a:srgbClr val="666666"/>
                </a:solidFill>
                <a:latin typeface="Calibri"/>
              </a:rPr>
              <a:t>Displaced demand = distinct vehicles in the removed zones at each area's single busiest hour, summed across the six areas.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tIns="0" r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 dirty="0">
                <a:solidFill>
                  <a:srgbClr val="002060"/>
                </a:solidFill>
                <a:latin typeface="Calibri"/>
              </a:rPr>
              <a:t>Mitigation </a:t>
            </a:r>
            <a:r>
              <a:rPr lang="en-US" sz="1800" b="1" i="0" dirty="0">
                <a:solidFill>
                  <a:srgbClr val="002060"/>
                </a:solidFill>
                <a:latin typeface="Calibri"/>
              </a:rPr>
              <a:t>M</a:t>
            </a:r>
            <a:r>
              <a:rPr sz="1800" b="1" i="0" dirty="0">
                <a:solidFill>
                  <a:srgbClr val="002060"/>
                </a:solidFill>
                <a:latin typeface="Calibri"/>
              </a:rPr>
              <a:t>easures by </a:t>
            </a:r>
            <a:r>
              <a:rPr lang="en-US" sz="1800" b="1" i="0" dirty="0">
                <a:solidFill>
                  <a:srgbClr val="002060"/>
                </a:solidFill>
                <a:latin typeface="Calibri"/>
              </a:rPr>
              <a:t>S</a:t>
            </a:r>
            <a:r>
              <a:rPr sz="1800" b="1" i="0" dirty="0">
                <a:solidFill>
                  <a:srgbClr val="002060"/>
                </a:solidFill>
                <a:latin typeface="Calibri"/>
              </a:rPr>
              <a:t>ensitivity </a:t>
            </a:r>
            <a:r>
              <a:rPr lang="en-US" sz="1800" b="1" i="0" dirty="0">
                <a:solidFill>
                  <a:srgbClr val="002060"/>
                </a:solidFill>
                <a:latin typeface="Calibri"/>
              </a:rPr>
              <a:t>Z</a:t>
            </a:r>
            <a:r>
              <a:rPr sz="1800" b="1" i="0" dirty="0">
                <a:solidFill>
                  <a:srgbClr val="002060"/>
                </a:solidFill>
                <a:latin typeface="Calibri"/>
              </a:rPr>
              <a:t>one</a:t>
            </a:r>
            <a:r>
              <a:rPr lang="en-US" sz="1800" b="1" i="0" dirty="0">
                <a:solidFill>
                  <a:srgbClr val="002060"/>
                </a:solidFill>
                <a:latin typeface="Calibri"/>
              </a:rPr>
              <a:t>s</a:t>
            </a:r>
            <a:endParaRPr sz="1800" b="1" i="0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9456" y="731520"/>
            <a:ext cx="78638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 dirty="0">
                <a:solidFill>
                  <a:srgbClr val="666666"/>
                </a:solidFill>
                <a:latin typeface="Calibri"/>
              </a:rPr>
              <a:t>No single measure resolves displacement </a:t>
            </a:r>
            <a:r>
              <a:rPr lang="en-US" sz="1150" b="0" i="0" dirty="0">
                <a:solidFill>
                  <a:srgbClr val="666666"/>
                </a:solidFill>
                <a:latin typeface="Calibri"/>
              </a:rPr>
              <a:t>-</a:t>
            </a:r>
            <a:r>
              <a:rPr sz="1150" b="0" i="0" dirty="0">
                <a:solidFill>
                  <a:srgbClr val="666666"/>
                </a:solidFill>
                <a:latin typeface="Calibri"/>
              </a:rPr>
              <a:t> the package is applied selectively, by measured zone sensitivity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5</a:t>
            </a:fld>
            <a:endParaRPr lang="en-US" sz="1000"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9456" y="1417320"/>
            <a:ext cx="5742432" cy="914400"/>
          </a:xfrm>
          <a:prstGeom prst="rect">
            <a:avLst/>
          </a:prstGeom>
          <a:solidFill>
            <a:srgbClr val="FCEBEB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19456" y="1417320"/>
            <a:ext cx="45720" cy="914400"/>
          </a:xfrm>
          <a:prstGeom prst="rect">
            <a:avLst/>
          </a:prstGeom>
          <a:solidFill>
            <a:srgbClr val="79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49961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791F1F"/>
                </a:solidFill>
                <a:latin typeface="Calibri"/>
              </a:rPr>
              <a:t>HIGH SENSITIVITY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" y="2423160"/>
            <a:ext cx="5742432" cy="914400"/>
          </a:xfrm>
          <a:prstGeom prst="rect">
            <a:avLst/>
          </a:prstGeom>
          <a:solidFill>
            <a:srgbClr val="FDF3BE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19456" y="2423160"/>
            <a:ext cx="45720" cy="914400"/>
          </a:xfrm>
          <a:prstGeom prst="rect">
            <a:avLst/>
          </a:prstGeom>
          <a:solidFill>
            <a:srgbClr val="F2AF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50545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946600"/>
                </a:solidFill>
                <a:latin typeface="Calibri"/>
              </a:rPr>
              <a:t>MEDIUM SENSITIVITY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" y="3429000"/>
            <a:ext cx="5742432" cy="914400"/>
          </a:xfrm>
          <a:prstGeom prst="rect">
            <a:avLst/>
          </a:prstGeom>
          <a:solidFill>
            <a:srgbClr val="E1F5EE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19456" y="3429000"/>
            <a:ext cx="45720" cy="914400"/>
          </a:xfrm>
          <a:prstGeom prst="rect">
            <a:avLst/>
          </a:prstGeom>
          <a:solidFill>
            <a:srgbClr val="085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351129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85041"/>
                </a:solidFill>
                <a:latin typeface="Calibri"/>
              </a:rPr>
              <a:t>LOWER SENSITIVITY</a:t>
            </a:r>
          </a:p>
        </p:txBody>
      </p:sp>
      <p:pic>
        <p:nvPicPr>
          <p:cNvPr id="22" name="Picture 21" descr="sensitivit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417320"/>
            <a:ext cx="2615184" cy="192000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144768" y="3410712"/>
            <a:ext cx="91440" cy="91440"/>
          </a:xfrm>
          <a:prstGeom prst="rect">
            <a:avLst/>
          </a:prstGeom>
          <a:solidFill>
            <a:srgbClr val="F2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72783" y="3383280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High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3410712"/>
            <a:ext cx="91440" cy="91440"/>
          </a:xfrm>
          <a:prstGeom prst="rect">
            <a:avLst/>
          </a:prstGeom>
          <a:solidFill>
            <a:srgbClr val="F2AF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48855" y="3383280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Medium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52360" y="3410712"/>
            <a:ext cx="91440" cy="91440"/>
          </a:xfrm>
          <a:prstGeom prst="rect">
            <a:avLst/>
          </a:prstGeom>
          <a:solidFill>
            <a:srgbClr val="43F2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0376" y="3383280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Lower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3584448"/>
            <a:ext cx="2834640" cy="73152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035040" y="3584448"/>
            <a:ext cx="2834640" cy="41148"/>
          </a:xfrm>
          <a:prstGeom prst="rect">
            <a:avLst/>
          </a:prstGeom>
          <a:solidFill>
            <a:srgbClr val="6338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44768" y="3730752"/>
            <a:ext cx="2615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33806"/>
                </a:solidFill>
                <a:latin typeface="Calibri"/>
              </a:rPr>
              <a:t>Exception — Gai Avenue (Mega Mall)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005072"/>
            <a:ext cx="261518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dirty="0">
                <a:solidFill>
                  <a:srgbClr val="1F1F1F"/>
                </a:solidFill>
                <a:latin typeface="Calibri"/>
              </a:rPr>
              <a:t>•  </a:t>
            </a:r>
            <a:r>
              <a:rPr sz="750" b="0" i="0" dirty="0" err="1">
                <a:solidFill>
                  <a:srgbClr val="1F1F1F"/>
                </a:solidFill>
                <a:latin typeface="Calibri"/>
              </a:rPr>
              <a:t>Kerb</a:t>
            </a:r>
            <a:r>
              <a:rPr sz="750" b="0" i="0" dirty="0">
                <a:solidFill>
                  <a:srgbClr val="1F1F1F"/>
                </a:solidFill>
                <a:latin typeface="Calibri"/>
              </a:rPr>
              <a:t> parking stays for now; revisit as the area changes </a:t>
            </a:r>
            <a:r>
              <a:rPr lang="en-US" sz="750" b="0" i="0" dirty="0">
                <a:solidFill>
                  <a:srgbClr val="1F1F1F"/>
                </a:solidFill>
                <a:latin typeface="Calibri"/>
              </a:rPr>
              <a:t>-</a:t>
            </a:r>
            <a:r>
              <a:rPr sz="750" b="0" i="0" dirty="0">
                <a:solidFill>
                  <a:srgbClr val="1F1F1F"/>
                </a:solidFill>
                <a:latin typeface="Calibri"/>
              </a:rPr>
              <a:t> mall parking or the planned BRT.</a:t>
            </a:r>
          </a:p>
        </p:txBody>
      </p:sp>
      <p:pic>
        <p:nvPicPr>
          <p:cNvPr id="33" name="Picture 32" descr="paid_791F1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184" y="1527048"/>
            <a:ext cx="219456" cy="21945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889503" y="149961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>
                <a:solidFill>
                  <a:srgbClr val="1F1F1F"/>
                </a:solidFill>
                <a:latin typeface="Calibri"/>
              </a:rPr>
              <a:t>Extend paid zones</a:t>
            </a:r>
            <a:r>
              <a:rPr sz="650" b="1">
                <a:solidFill>
                  <a:srgbClr val="791F1F"/>
                </a:solidFill>
              </a:rPr>
              <a:t>  LEAD</a:t>
            </a:r>
          </a:p>
        </p:txBody>
      </p:sp>
      <p:pic>
        <p:nvPicPr>
          <p:cNvPr id="35" name="Picture 34" descr="yards_791F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184" y="1778507"/>
            <a:ext cx="219456" cy="21945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889503" y="1751075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>
                <a:solidFill>
                  <a:srgbClr val="1F1F1F"/>
                </a:solidFill>
                <a:latin typeface="Calibri"/>
              </a:rPr>
              <a:t>Open residential yards</a:t>
            </a:r>
            <a:r>
              <a:rPr sz="650" b="1">
                <a:solidFill>
                  <a:srgbClr val="791F1F"/>
                </a:solidFill>
              </a:rPr>
              <a:t>  PRECONDITION</a:t>
            </a:r>
          </a:p>
        </p:txBody>
      </p:sp>
      <p:pic>
        <p:nvPicPr>
          <p:cNvPr id="37" name="Picture 36" descr="delivery_791F1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5184" y="2029967"/>
            <a:ext cx="219456" cy="21945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889503" y="200253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>
                <a:solidFill>
                  <a:srgbClr val="1F1F1F"/>
                </a:solidFill>
                <a:latin typeface="Calibri"/>
              </a:rPr>
              <a:t>Delivery bays</a:t>
            </a:r>
          </a:p>
        </p:txBody>
      </p:sp>
      <p:pic>
        <p:nvPicPr>
          <p:cNvPr id="39" name="Picture 38" descr="permits_791F1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4528" y="1527048"/>
            <a:ext cx="219456" cy="21945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498848" y="149961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>
                <a:solidFill>
                  <a:srgbClr val="1F1F1F"/>
                </a:solidFill>
                <a:latin typeface="Calibri"/>
              </a:rPr>
              <a:t>Resident permits</a:t>
            </a:r>
          </a:p>
        </p:txBody>
      </p:sp>
      <p:pic>
        <p:nvPicPr>
          <p:cNvPr id="41" name="Picture 40" descr="caps_791F1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4528" y="1778507"/>
            <a:ext cx="219456" cy="21945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498848" y="1751075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>
                <a:solidFill>
                  <a:srgbClr val="1F1F1F"/>
                </a:solidFill>
                <a:latin typeface="Calibri"/>
              </a:rPr>
              <a:t>Visitor caps</a:t>
            </a:r>
            <a:r>
              <a:rPr sz="650" b="1">
                <a:solidFill>
                  <a:srgbClr val="791F1F"/>
                </a:solidFill>
              </a:rPr>
              <a:t>  CONTINGENCY</a:t>
            </a:r>
          </a:p>
        </p:txBody>
      </p:sp>
      <p:pic>
        <p:nvPicPr>
          <p:cNvPr id="43" name="Picture 42" descr="paid_7A5A0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15184" y="2532888"/>
            <a:ext cx="219456" cy="21945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889503" y="250545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>
                <a:solidFill>
                  <a:srgbClr val="1F1F1F"/>
                </a:solidFill>
                <a:latin typeface="Calibri"/>
              </a:rPr>
              <a:t>Extend paid zones</a:t>
            </a:r>
          </a:p>
        </p:txBody>
      </p:sp>
      <p:pic>
        <p:nvPicPr>
          <p:cNvPr id="45" name="Picture 44" descr="delivery_7A5A0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15184" y="2784348"/>
            <a:ext cx="219456" cy="21945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2889503" y="275691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>
                <a:solidFill>
                  <a:srgbClr val="1F1F1F"/>
                </a:solidFill>
                <a:latin typeface="Calibri"/>
              </a:rPr>
              <a:t>Delivery bays</a:t>
            </a:r>
          </a:p>
        </p:txBody>
      </p:sp>
      <p:pic>
        <p:nvPicPr>
          <p:cNvPr id="47" name="Picture 46" descr="pnr_7A5A0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15184" y="3035808"/>
            <a:ext cx="219456" cy="21945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2889503" y="300837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>
                <a:solidFill>
                  <a:srgbClr val="1F1F1F"/>
                </a:solidFill>
                <a:latin typeface="Calibri"/>
              </a:rPr>
              <a:t>Park &amp; ride</a:t>
            </a:r>
          </a:p>
        </p:txBody>
      </p:sp>
      <p:pic>
        <p:nvPicPr>
          <p:cNvPr id="49" name="Picture 48" descr="organise_08504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15184" y="3538728"/>
            <a:ext cx="219456" cy="219456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889503" y="3511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>
                <a:solidFill>
                  <a:srgbClr val="1F1F1F"/>
                </a:solidFill>
                <a:latin typeface="Calibri"/>
              </a:rPr>
              <a:t>Organise free parking</a:t>
            </a:r>
          </a:p>
        </p:txBody>
      </p:sp>
      <p:pic>
        <p:nvPicPr>
          <p:cNvPr id="51" name="Picture 50" descr="pnr_08504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15184" y="3790188"/>
            <a:ext cx="219456" cy="219456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889503" y="376275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>
                <a:solidFill>
                  <a:srgbClr val="1F1F1F"/>
                </a:solidFill>
                <a:latin typeface="Calibri"/>
              </a:rPr>
              <a:t>Park &amp; ride</a:t>
            </a:r>
          </a:p>
        </p:txBody>
      </p:sp>
      <p:pic>
        <p:nvPicPr>
          <p:cNvPr id="53" name="Picture 52" descr="yards_08504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15184" y="4041648"/>
            <a:ext cx="219456" cy="21945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2889503" y="4014215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>
                <a:solidFill>
                  <a:srgbClr val="1F1F1F"/>
                </a:solidFill>
                <a:latin typeface="Calibri"/>
              </a:rPr>
              <a:t>Open residential yards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tIns="0" r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02060"/>
                </a:solidFill>
                <a:latin typeface="Calibri"/>
              </a:rPr>
              <a:t>Further studies and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731520"/>
            <a:ext cx="7863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6666"/>
                </a:solidFill>
                <a:latin typeface="Calibri"/>
              </a:rPr>
              <a:t>Parking is a citywide system and cannot be sustainably managed at corridor level alone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6</a:t>
            </a:fld>
            <a:endParaRPr lang="en-US" sz="1000"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9456" y="1417320"/>
            <a:ext cx="87050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F1F1F"/>
                </a:solidFill>
                <a:latin typeface="Calibri"/>
              </a:rPr>
              <a:t>This component is scoped to the BRT corridors and their immediate influence area. The measures proposed here should therefore be understood as the first stage of a broader, citywide reform.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" y="1920240"/>
            <a:ext cx="4261104" cy="118872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19456" y="1920240"/>
            <a:ext cx="4261104" cy="411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" y="2066544"/>
            <a:ext cx="4041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1F1F"/>
                </a:solidFill>
                <a:latin typeface="Calibri"/>
              </a:rPr>
              <a:t>Extend the approach citywide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" y="2340864"/>
            <a:ext cx="4041648" cy="569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 dirty="0">
                <a:solidFill>
                  <a:srgbClr val="1F1F1F"/>
                </a:solidFill>
                <a:latin typeface="Calibri"/>
              </a:rPr>
              <a:t>•  Extend the parking </a:t>
            </a:r>
            <a:r>
              <a:rPr lang="en-US" sz="800" b="0" i="0" dirty="0">
                <a:solidFill>
                  <a:srgbClr val="1F1F1F"/>
                </a:solidFill>
                <a:latin typeface="Calibri"/>
              </a:rPr>
              <a:t>study</a:t>
            </a:r>
            <a:r>
              <a:rPr sz="8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lang="en-US" sz="800" b="0" i="0" dirty="0">
                <a:solidFill>
                  <a:srgbClr val="1F1F1F"/>
                </a:solidFill>
                <a:latin typeface="Calibri"/>
              </a:rPr>
              <a:t>b</a:t>
            </a:r>
            <a:r>
              <a:rPr sz="800" b="0" i="0" dirty="0">
                <a:solidFill>
                  <a:srgbClr val="1F1F1F"/>
                </a:solidFill>
                <a:latin typeface="Calibri"/>
              </a:rPr>
              <a:t>eyond the corridor buffer to a citywide scale.</a:t>
            </a:r>
          </a:p>
          <a:p>
            <a:pPr algn="l">
              <a:spcAft>
                <a:spcPts val="300"/>
              </a:spcAft>
            </a:pPr>
            <a:r>
              <a:rPr sz="800" b="0" i="0" dirty="0">
                <a:solidFill>
                  <a:srgbClr val="1F1F1F"/>
                </a:solidFill>
                <a:latin typeface="Calibri"/>
              </a:rPr>
              <a:t>•  Apply focused demand assessments at selected high-pressure locations, rather than corridor-wide observational surveys.</a:t>
            </a:r>
          </a:p>
          <a:p>
            <a:pPr algn="l">
              <a:spcAft>
                <a:spcPts val="300"/>
              </a:spcAft>
            </a:pPr>
            <a:r>
              <a:rPr sz="800" b="0" i="0" dirty="0">
                <a:solidFill>
                  <a:srgbClr val="1F1F1F"/>
                </a:solidFill>
                <a:latin typeface="Calibri"/>
              </a:rPr>
              <a:t>•  Progressively expand the red-line zonal system into </a:t>
            </a:r>
            <a:r>
              <a:rPr lang="en-US" sz="800" b="0" i="0" dirty="0" err="1">
                <a:solidFill>
                  <a:srgbClr val="1F1F1F"/>
                </a:solidFill>
                <a:latin typeface="Calibri"/>
              </a:rPr>
              <a:t>neighbourhoods</a:t>
            </a:r>
            <a:r>
              <a:rPr sz="800" b="0" i="0" dirty="0">
                <a:solidFill>
                  <a:srgbClr val="1F1F1F"/>
                </a:solidFill>
                <a:latin typeface="Calibri"/>
              </a:rPr>
              <a:t> currently outside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920240"/>
            <a:ext cx="4261104" cy="118872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63440" y="1920240"/>
            <a:ext cx="4261104" cy="4114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73168" y="2066544"/>
            <a:ext cx="4041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1F1F"/>
                </a:solidFill>
                <a:latin typeface="Calibri"/>
              </a:rPr>
              <a:t>Supporting studies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340864"/>
            <a:ext cx="4041648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 dirty="0">
                <a:solidFill>
                  <a:srgbClr val="1F1F1F"/>
                </a:solidFill>
                <a:latin typeface="Calibri"/>
              </a:rPr>
              <a:t>•</a:t>
            </a:r>
            <a:r>
              <a:rPr lang="en-US" sz="8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800" b="0" i="0" dirty="0">
                <a:solidFill>
                  <a:srgbClr val="1F1F1F"/>
                </a:solidFill>
                <a:latin typeface="Calibri"/>
              </a:rPr>
              <a:t>Residential yard opening.</a:t>
            </a:r>
            <a:endParaRPr lang="en-US" sz="800" b="0" i="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lang="en-US" sz="800" dirty="0">
                <a:solidFill>
                  <a:srgbClr val="1F1F1F"/>
                </a:solidFill>
                <a:latin typeface="Calibri"/>
              </a:rPr>
              <a:t>• </a:t>
            </a:r>
            <a:r>
              <a:rPr sz="800" b="0" i="0" dirty="0">
                <a:solidFill>
                  <a:srgbClr val="1F1F1F"/>
                </a:solidFill>
                <a:latin typeface="Calibri"/>
              </a:rPr>
              <a:t>Legal basis of the resident permit scheme.</a:t>
            </a:r>
          </a:p>
          <a:p>
            <a:pPr>
              <a:spcAft>
                <a:spcPts val="300"/>
              </a:spcAft>
            </a:pPr>
            <a:r>
              <a:rPr sz="800" b="0" i="0" dirty="0">
                <a:solidFill>
                  <a:srgbClr val="1F1F1F"/>
                </a:solidFill>
                <a:latin typeface="Calibri"/>
              </a:rPr>
              <a:t>•</a:t>
            </a:r>
            <a:r>
              <a:rPr lang="en-US" sz="8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lang="en-US" sz="800" dirty="0">
                <a:solidFill>
                  <a:srgbClr val="1F1F1F"/>
                </a:solidFill>
                <a:latin typeface="Calibri"/>
              </a:rPr>
              <a:t>Park &amp; ride feasibility.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" y="3218688"/>
            <a:ext cx="8705088" cy="84124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19456" y="3218688"/>
            <a:ext cx="8705088" cy="41148"/>
          </a:xfrm>
          <a:prstGeom prst="rect">
            <a:avLst/>
          </a:prstGeom>
          <a:solidFill>
            <a:srgbClr val="79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9184" y="3364992"/>
            <a:ext cx="84856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791F1F"/>
                </a:solidFill>
                <a:latin typeface="Calibri"/>
              </a:rPr>
              <a:t>Priority: who administers residential-yard opening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" y="3639312"/>
            <a:ext cx="84856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The yards carry ~92% of the absorptive capacity that makes re-absorption work, yet no body currently owns the task. Who should lead it, and under what organisational and legal arrangement, warrants a dedicated study before any roll-out.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eme1 - Yereva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Ideal Sans Semibol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 - Yerevan" id="{644B7ADF-76CD-4A01-AF58-5815A1F554C6}" vid="{09C1EB2D-F804-4DCC-858E-C8C3031D2E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3f8e0ee-5908-434f-88f8-7ccb727f6c74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FF74EBF0D96645957ED11344E714AC" ma:contentTypeVersion="12" ma:contentTypeDescription="Create a new document." ma:contentTypeScope="" ma:versionID="3752a8ea38868eb5b5fd4186769f9dff">
  <xsd:schema xmlns:xsd="http://www.w3.org/2001/XMLSchema" xmlns:xs="http://www.w3.org/2001/XMLSchema" xmlns:p="http://schemas.microsoft.com/office/2006/metadata/properties" xmlns:ns2="13f8e0ee-5908-434f-88f8-7ccb727f6c74" targetNamespace="http://schemas.microsoft.com/office/2006/metadata/properties" ma:root="true" ma:fieldsID="d8d592efc19b88d74239f2292397685a" ns2:_="">
    <xsd:import namespace="13f8e0ee-5908-434f-88f8-7ccb727f6c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f8e0ee-5908-434f-88f8-7ccb727f6c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eaf0ea5-da70-44a6-8112-078ee3a72ac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32687BB-892F-4338-A556-D41122D33B6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23A1F4-6359-4623-A104-1A589FB74C52}">
  <ds:schemaRefs>
    <ds:schemaRef ds:uri="13f8e0ee-5908-434f-88f8-7ccb727f6c7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7E0CC60-6EAE-42BD-B007-D7DD183827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f8e0ee-5908-434f-88f8-7ccb727f6c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apluss_16_9</Template>
  <TotalTime>1211</TotalTime>
  <Words>1248</Words>
  <Application>Microsoft Office PowerPoint</Application>
  <PresentationFormat>On-screen Show (16:9)</PresentationFormat>
  <Paragraphs>119</Paragraphs>
  <Slides>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Roboto Slab</vt:lpstr>
      <vt:lpstr>Wingdings</vt:lpstr>
      <vt:lpstr>Theme1 - Yerevan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Anastasia Epik</dc:creator>
  <cp:lastModifiedBy>Nikoloz Archvadze</cp:lastModifiedBy>
  <cp:revision>8</cp:revision>
  <dcterms:created xsi:type="dcterms:W3CDTF">2021-02-26T09:11:37Z</dcterms:created>
  <dcterms:modified xsi:type="dcterms:W3CDTF">2026-07-20T14:14:25Z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464900</vt:r8>
  </property>
  <property fmtid="{D5CDD505-2E9C-101B-9397-08002B2CF9AE}" pid="3" name="xd_ProgID">
    <vt:lpwstr/>
  </property>
  <property fmtid="{D5CDD505-2E9C-101B-9397-08002B2CF9AE}" pid="4" name="MediaServiceImageTags">
    <vt:lpwstr/>
  </property>
  <property fmtid="{D5CDD505-2E9C-101B-9397-08002B2CF9AE}" pid="5" name="ContentTypeId">
    <vt:lpwstr>0x010100D1FF74EBF0D96645957ED11344E714AC</vt:lpwstr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bool>false</vt:bool>
  </property>
</Properties>
</file>