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5" r:id="rId4"/>
  </p:sldMasterIdLst>
  <p:notesMasterIdLst>
    <p:notesMasterId r:id="rId6"/>
  </p:notesMasterIdLst>
  <p:handoutMasterIdLst>
    <p:handoutMasterId r:id="rId7"/>
  </p:handoutMasterIdLst>
  <p:sldIdLst>
    <p:sldId id="262" r:id="rId5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C96881-D6E7-476E-9580-C752C619F49D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D83B818-2E51-8D8F-91F3-85A5F5C5DEF0}" name="Livia Delgado" initials="LD" userId="S::livia.delgado@logiteng.com::e59ae96f-f6e2-4020-9a3b-4be3467e0e20" providerId="AD"/>
  <p188:author id="{A2D4831B-2F5C-6E30-29A1-FAA8F7D87BE7}" name="Lucas Melo" initials="LE" userId="S::lucas.melo@logiteng.com::1b3c276c-041f-4dbd-8875-4abc34e31f70" providerId="AD"/>
  <p188:author id="{4A138A3C-2BBF-42EC-4252-19C5CDF8EA79}" name="Laura K C Fleury" initials="LF" userId="S::laura.fleury@logiteng.com::6a2c9d05-cbac-4ccd-ae51-3cc907105659" providerId="AD"/>
  <p188:author id="{9B3A28DA-7EFA-E4B1-23F4-8496C9D7EDD6}" name="Priscila Damasio" initials="PD" userId="S::priscila.damasio@logiteng.com::44e83ed5-f623-4739-a4a6-03b3f9441365" providerId="AD"/>
  <p188:author id="{580A66E2-5E55-FC58-4503-8D4CBAEC1D73}" name="Breno Boiani" initials="BB" userId="S::breno.boiani@logiteng.com::cf953c33-efd7-48ca-9631-b9e99e6d42fe" providerId="AD"/>
  <p188:author id="{75EDCAE7-35A3-F4CD-5CE4-963BC683D3E6}" name="Marcela Marajó" initials="MV" userId="S::marcela.marajo@logiteng.com::e1e9d154-6985-4777-845c-2aecf36e787a" providerId="AD"/>
  <p188:author id="{68719AFD-75BE-8C46-8DAF-F16F88A4CEB9}" name="Rafael Sanabria" initials="RS" userId="S::rafael.sanabria@logiteng.com::1dfb84fd-ca57-4498-90cb-25fa820cbc1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EBD58"/>
    <a:srgbClr val="A3D9DD"/>
    <a:srgbClr val="A5917E"/>
    <a:srgbClr val="827369"/>
    <a:srgbClr val="5C4B42"/>
    <a:srgbClr val="CEBCA5"/>
    <a:srgbClr val="FFFFFF"/>
    <a:srgbClr val="003760"/>
    <a:srgbClr val="203864"/>
    <a:srgbClr val="026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8380F-A1E8-4D04-A754-B9224CCF5708}" v="7" dt="2026-07-14T14:21:15.4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014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scila Damasio" userId="44e83ed5-f623-4739-a4a6-03b3f9441365" providerId="ADAL" clId="{AE0E522B-2F2F-4E77-A171-4D2DE882F9BC}"/>
    <pc:docChg chg="modSld">
      <pc:chgData name="Priscila Damasio" userId="44e83ed5-f623-4739-a4a6-03b3f9441365" providerId="ADAL" clId="{AE0E522B-2F2F-4E77-A171-4D2DE882F9BC}" dt="2026-07-14T21:08:03.593" v="37" actId="20577"/>
      <pc:docMkLst>
        <pc:docMk/>
      </pc:docMkLst>
      <pc:sldChg chg="modSp mod">
        <pc:chgData name="Priscila Damasio" userId="44e83ed5-f623-4739-a4a6-03b3f9441365" providerId="ADAL" clId="{AE0E522B-2F2F-4E77-A171-4D2DE882F9BC}" dt="2026-07-14T21:06:05.973" v="5" actId="20577"/>
        <pc:sldMkLst>
          <pc:docMk/>
          <pc:sldMk cId="1542444200" sldId="341"/>
        </pc:sldMkLst>
        <pc:spChg chg="mod">
          <ac:chgData name="Priscila Damasio" userId="44e83ed5-f623-4739-a4a6-03b3f9441365" providerId="ADAL" clId="{AE0E522B-2F2F-4E77-A171-4D2DE882F9BC}" dt="2026-07-14T21:06:05.973" v="5" actId="20577"/>
          <ac:spMkLst>
            <pc:docMk/>
            <pc:sldMk cId="1542444200" sldId="341"/>
            <ac:spMk id="11" creationId="{5A8F2BCC-8FC3-AEB8-D6E0-44C72F1EE524}"/>
          </ac:spMkLst>
        </pc:spChg>
      </pc:sldChg>
      <pc:sldChg chg="modSp mod">
        <pc:chgData name="Priscila Damasio" userId="44e83ed5-f623-4739-a4a6-03b3f9441365" providerId="ADAL" clId="{AE0E522B-2F2F-4E77-A171-4D2DE882F9BC}" dt="2026-07-14T21:08:03.593" v="37" actId="20577"/>
        <pc:sldMkLst>
          <pc:docMk/>
          <pc:sldMk cId="734960947" sldId="360"/>
        </pc:sldMkLst>
        <pc:spChg chg="mod">
          <ac:chgData name="Priscila Damasio" userId="44e83ed5-f623-4739-a4a6-03b3f9441365" providerId="ADAL" clId="{AE0E522B-2F2F-4E77-A171-4D2DE882F9BC}" dt="2026-07-14T21:08:03.593" v="37" actId="20577"/>
          <ac:spMkLst>
            <pc:docMk/>
            <pc:sldMk cId="734960947" sldId="360"/>
            <ac:spMk id="5" creationId="{CD141D04-18C2-2D2F-A87A-05C192765CEF}"/>
          </ac:spMkLst>
        </pc:spChg>
      </pc:sldChg>
      <pc:sldChg chg="mod modShow">
        <pc:chgData name="Priscila Damasio" userId="44e83ed5-f623-4739-a4a6-03b3f9441365" providerId="ADAL" clId="{AE0E522B-2F2F-4E77-A171-4D2DE882F9BC}" dt="2026-07-14T21:06:16.515" v="6" actId="729"/>
        <pc:sldMkLst>
          <pc:docMk/>
          <pc:sldMk cId="3805729342" sldId="1749"/>
        </pc:sldMkLst>
      </pc:sldChg>
      <pc:sldChg chg="mod modShow">
        <pc:chgData name="Priscila Damasio" userId="44e83ed5-f623-4739-a4a6-03b3f9441365" providerId="ADAL" clId="{AE0E522B-2F2F-4E77-A171-4D2DE882F9BC}" dt="2026-07-14T21:06:18.229" v="7" actId="729"/>
        <pc:sldMkLst>
          <pc:docMk/>
          <pc:sldMk cId="51488222" sldId="1933"/>
        </pc:sldMkLst>
      </pc:sldChg>
      <pc:sldChg chg="modSp mod">
        <pc:chgData name="Priscila Damasio" userId="44e83ed5-f623-4739-a4a6-03b3f9441365" providerId="ADAL" clId="{AE0E522B-2F2F-4E77-A171-4D2DE882F9BC}" dt="2026-07-14T21:07:38.376" v="28" actId="20577"/>
        <pc:sldMkLst>
          <pc:docMk/>
          <pc:sldMk cId="375826702" sldId="1934"/>
        </pc:sldMkLst>
        <pc:spChg chg="mod">
          <ac:chgData name="Priscila Damasio" userId="44e83ed5-f623-4739-a4a6-03b3f9441365" providerId="ADAL" clId="{AE0E522B-2F2F-4E77-A171-4D2DE882F9BC}" dt="2026-07-14T21:07:38.376" v="28" actId="20577"/>
          <ac:spMkLst>
            <pc:docMk/>
            <pc:sldMk cId="375826702" sldId="1934"/>
            <ac:spMk id="10" creationId="{807CAABE-33A1-A6C3-3477-70B6FCE21F70}"/>
          </ac:spMkLst>
        </pc:spChg>
      </pc:sldChg>
      <pc:sldChg chg="modSp mod">
        <pc:chgData name="Priscila Damasio" userId="44e83ed5-f623-4739-a4a6-03b3f9441365" providerId="ADAL" clId="{AE0E522B-2F2F-4E77-A171-4D2DE882F9BC}" dt="2026-07-14T21:07:20.927" v="22" actId="20577"/>
        <pc:sldMkLst>
          <pc:docMk/>
          <pc:sldMk cId="106750839" sldId="1936"/>
        </pc:sldMkLst>
        <pc:spChg chg="mod">
          <ac:chgData name="Priscila Damasio" userId="44e83ed5-f623-4739-a4a6-03b3f9441365" providerId="ADAL" clId="{AE0E522B-2F2F-4E77-A171-4D2DE882F9BC}" dt="2026-07-14T21:07:20.927" v="22" actId="20577"/>
          <ac:spMkLst>
            <pc:docMk/>
            <pc:sldMk cId="106750839" sldId="1936"/>
            <ac:spMk id="10" creationId="{1DA78774-521C-535B-D7FF-E0EB92DED365}"/>
          </ac:spMkLst>
        </pc:spChg>
      </pc:sldChg>
      <pc:sldChg chg="modSp mod">
        <pc:chgData name="Priscila Damasio" userId="44e83ed5-f623-4739-a4a6-03b3f9441365" providerId="ADAL" clId="{AE0E522B-2F2F-4E77-A171-4D2DE882F9BC}" dt="2026-07-14T21:07:12.431" v="12" actId="20577"/>
        <pc:sldMkLst>
          <pc:docMk/>
          <pc:sldMk cId="1301142864" sldId="1937"/>
        </pc:sldMkLst>
        <pc:spChg chg="mod">
          <ac:chgData name="Priscila Damasio" userId="44e83ed5-f623-4739-a4a6-03b3f9441365" providerId="ADAL" clId="{AE0E522B-2F2F-4E77-A171-4D2DE882F9BC}" dt="2026-07-14T21:07:12.431" v="12" actId="20577"/>
          <ac:spMkLst>
            <pc:docMk/>
            <pc:sldMk cId="1301142864" sldId="1937"/>
            <ac:spMk id="5" creationId="{B410CA59-4F4C-55CF-28D8-7927D673F187}"/>
          </ac:spMkLst>
        </pc:spChg>
      </pc:sldChg>
      <pc:sldChg chg="modSp mod">
        <pc:chgData name="Priscila Damasio" userId="44e83ed5-f623-4739-a4a6-03b3f9441365" providerId="ADAL" clId="{AE0E522B-2F2F-4E77-A171-4D2DE882F9BC}" dt="2026-07-14T21:07:16.319" v="17" actId="20577"/>
        <pc:sldMkLst>
          <pc:docMk/>
          <pc:sldMk cId="2979278789" sldId="1938"/>
        </pc:sldMkLst>
        <pc:spChg chg="mod">
          <ac:chgData name="Priscila Damasio" userId="44e83ed5-f623-4739-a4a6-03b3f9441365" providerId="ADAL" clId="{AE0E522B-2F2F-4E77-A171-4D2DE882F9BC}" dt="2026-07-14T21:07:16.319" v="17" actId="20577"/>
          <ac:spMkLst>
            <pc:docMk/>
            <pc:sldMk cId="2979278789" sldId="1938"/>
            <ac:spMk id="10" creationId="{0CD626BA-EA1B-4330-FC7C-F1B0CDC00065}"/>
          </ac:spMkLst>
        </pc:spChg>
      </pc:sldChg>
    </pc:docChg>
  </pc:docChgLst>
  <pc:docChgLst>
    <pc:chgData name="Marcela Marajó" userId="e1e9d154-6985-4777-845c-2aecf36e787a" providerId="ADAL" clId="{1A09C1BB-A329-4F3E-8454-BBABBEF1D96C}"/>
    <pc:docChg chg="undo custSel addSld delSld modSld sldOrd">
      <pc:chgData name="Marcela Marajó" userId="e1e9d154-6985-4777-845c-2aecf36e787a" providerId="ADAL" clId="{1A09C1BB-A329-4F3E-8454-BBABBEF1D96C}" dt="2026-07-14T14:35:45.055" v="125" actId="113"/>
      <pc:docMkLst>
        <pc:docMk/>
      </pc:docMkLst>
      <pc:sldChg chg="addSp delSp modSp add ord">
        <pc:chgData name="Marcela Marajó" userId="e1e9d154-6985-4777-845c-2aecf36e787a" providerId="ADAL" clId="{1A09C1BB-A329-4F3E-8454-BBABBEF1D96C}" dt="2026-07-13T19:17:27.033" v="39"/>
        <pc:sldMkLst>
          <pc:docMk/>
          <pc:sldMk cId="0" sldId="256"/>
        </pc:sldMkLst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2" creationId="{55028CE6-50A6-3C7F-B814-0BD474AC17E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7" creationId="{5AB78E26-0D26-0436-2923-5308588F361A}"/>
          </ac:spMkLst>
        </pc:spChg>
        <pc:spChg chg="mod">
          <ac:chgData name="Marcela Marajó" userId="e1e9d154-6985-4777-845c-2aecf36e787a" providerId="ADAL" clId="{1A09C1BB-A329-4F3E-8454-BBABBEF1D96C}" dt="2026-07-13T19:03:10.011" v="19" actId="164"/>
          <ac:spMkLst>
            <pc:docMk/>
            <pc:sldMk cId="0" sldId="256"/>
            <ac:spMk id="12" creationId="{1B36AB23-5CEF-C485-90A5-E5C2CC47B2CF}"/>
          </ac:spMkLst>
        </pc:spChg>
        <pc:spChg chg="mod">
          <ac:chgData name="Marcela Marajó" userId="e1e9d154-6985-4777-845c-2aecf36e787a" providerId="ADAL" clId="{1A09C1BB-A329-4F3E-8454-BBABBEF1D96C}" dt="2026-07-13T19:03:08.241" v="18" actId="164"/>
          <ac:spMkLst>
            <pc:docMk/>
            <pc:sldMk cId="0" sldId="256"/>
            <ac:spMk id="13" creationId="{14D31F07-4BC6-75B6-7622-C5B4D5FD15F4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22" creationId="{FFAA68AD-637F-6925-8FCF-EC64E91A3B36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27" creationId="{0259EC01-D5A6-C388-0CA1-A86D69EB2B39}"/>
          </ac:spMkLst>
        </pc:spChg>
        <pc:spChg chg="mod">
          <ac:chgData name="Marcela Marajó" userId="e1e9d154-6985-4777-845c-2aecf36e787a" providerId="ADAL" clId="{1A09C1BB-A329-4F3E-8454-BBABBEF1D96C}" dt="2026-07-13T19:03:06.110" v="17" actId="164"/>
          <ac:spMkLst>
            <pc:docMk/>
            <pc:sldMk cId="0" sldId="256"/>
            <ac:spMk id="32" creationId="{20B875B9-7007-271F-9897-DF0B7F3F9F2A}"/>
          </ac:spMkLst>
        </pc:spChg>
        <pc:spChg chg="mod">
          <ac:chgData name="Marcela Marajó" userId="e1e9d154-6985-4777-845c-2aecf36e787a" providerId="ADAL" clId="{1A09C1BB-A329-4F3E-8454-BBABBEF1D96C}" dt="2026-07-13T19:03:04.250" v="16" actId="164"/>
          <ac:spMkLst>
            <pc:docMk/>
            <pc:sldMk cId="0" sldId="256"/>
            <ac:spMk id="33" creationId="{D549F94B-D3B1-3971-3766-D189505A7F84}"/>
          </ac:spMkLst>
        </pc:spChg>
        <pc:spChg chg="mod">
          <ac:chgData name="Marcela Marajó" userId="e1e9d154-6985-4777-845c-2aecf36e787a" providerId="ADAL" clId="{1A09C1BB-A329-4F3E-8454-BBABBEF1D96C}" dt="2026-07-13T19:16:06.965" v="29"/>
          <ac:spMkLst>
            <pc:docMk/>
            <pc:sldMk cId="0" sldId="256"/>
            <ac:spMk id="42" creationId="{B7C615BD-DF01-1486-A84C-16A8ECCC9425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43" creationId="{789A7824-EB2D-9C39-D5DF-A73914305FD2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48" creationId="{785F4B2C-47B0-CAD8-FF8B-7610AF4E8D4B}"/>
          </ac:spMkLst>
        </pc:spChg>
        <pc:spChg chg="mod">
          <ac:chgData name="Marcela Marajó" userId="e1e9d154-6985-4777-845c-2aecf36e787a" providerId="ADAL" clId="{1A09C1BB-A329-4F3E-8454-BBABBEF1D96C}" dt="2026-07-13T19:03:02.428" v="15" actId="164"/>
          <ac:spMkLst>
            <pc:docMk/>
            <pc:sldMk cId="0" sldId="256"/>
            <ac:spMk id="53" creationId="{BCC3EF69-9B79-8452-37F4-510F6FE64D65}"/>
          </ac:spMkLst>
        </pc:spChg>
        <pc:spChg chg="mod">
          <ac:chgData name="Marcela Marajó" userId="e1e9d154-6985-4777-845c-2aecf36e787a" providerId="ADAL" clId="{1A09C1BB-A329-4F3E-8454-BBABBEF1D96C}" dt="2026-07-13T19:03:00.549" v="14" actId="164"/>
          <ac:spMkLst>
            <pc:docMk/>
            <pc:sldMk cId="0" sldId="256"/>
            <ac:spMk id="54" creationId="{09C77DE3-89E6-74F8-56B7-B0648F0DA375}"/>
          </ac:spMkLst>
        </pc:spChg>
        <pc:spChg chg="mod">
          <ac:chgData name="Marcela Marajó" userId="e1e9d154-6985-4777-845c-2aecf36e787a" providerId="ADAL" clId="{1A09C1BB-A329-4F3E-8454-BBABBEF1D96C}" dt="2026-07-13T19:16:14.889" v="30"/>
          <ac:spMkLst>
            <pc:docMk/>
            <pc:sldMk cId="0" sldId="256"/>
            <ac:spMk id="58" creationId="{01430B7D-7D0E-60B5-F1F3-25B53926CA3E}"/>
          </ac:spMkLst>
        </pc:spChg>
        <pc:spChg chg="mod">
          <ac:chgData name="Marcela Marajó" userId="e1e9d154-6985-4777-845c-2aecf36e787a" providerId="ADAL" clId="{1A09C1BB-A329-4F3E-8454-BBABBEF1D96C}" dt="2026-07-13T19:16:18.995" v="31"/>
          <ac:spMkLst>
            <pc:docMk/>
            <pc:sldMk cId="0" sldId="256"/>
            <ac:spMk id="78" creationId="{A4282F0C-82D5-2C53-D131-F56C716BEFB8}"/>
          </ac:spMkLst>
        </pc:spChg>
        <pc:spChg chg="mod">
          <ac:chgData name="Marcela Marajó" userId="e1e9d154-6985-4777-845c-2aecf36e787a" providerId="ADAL" clId="{1A09C1BB-A329-4F3E-8454-BBABBEF1D96C}" dt="2026-07-13T19:16:22.935" v="32"/>
          <ac:spMkLst>
            <pc:docMk/>
            <pc:sldMk cId="0" sldId="256"/>
            <ac:spMk id="82" creationId="{7D6FA05E-925C-0304-5BBC-4FC564C40D0D}"/>
          </ac:spMkLst>
        </pc:spChg>
        <pc:spChg chg="mod">
          <ac:chgData name="Marcela Marajó" userId="e1e9d154-6985-4777-845c-2aecf36e787a" providerId="ADAL" clId="{1A09C1BB-A329-4F3E-8454-BBABBEF1D96C}" dt="2026-07-13T19:16:26.836" v="33"/>
          <ac:spMkLst>
            <pc:docMk/>
            <pc:sldMk cId="0" sldId="256"/>
            <ac:spMk id="93" creationId="{2A3866DE-AFC6-6260-C975-12B4D6CF943D}"/>
          </ac:spMkLst>
        </pc:spChg>
        <pc:spChg chg="mod topLvl">
          <ac:chgData name="Marcela Marajó" userId="e1e9d154-6985-4777-845c-2aecf36e787a" providerId="ADAL" clId="{1A09C1BB-A329-4F3E-8454-BBABBEF1D96C}" dt="2026-07-13T19:12:35.435" v="28"/>
          <ac:spMkLst>
            <pc:docMk/>
            <pc:sldMk cId="0" sldId="256"/>
            <ac:spMk id="9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2:03.416" v="26"/>
          <ac:spMkLst>
            <pc:docMk/>
            <pc:sldMk cId="0" sldId="256"/>
            <ac:spMk id="10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0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2.112" v="34"/>
          <ac:spMkLst>
            <pc:docMk/>
            <pc:sldMk cId="0" sldId="256"/>
            <ac:spMk id="112" creationId="{6394F099-523E-A9A5-33B4-AEA4F2F6A05B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36.035" v="35"/>
          <ac:spMkLst>
            <pc:docMk/>
            <pc:sldMk cId="0" sldId="256"/>
            <ac:spMk id="131" creationId="{0220FBE8-B7D8-9CCB-27E2-8CF7668CABE7}"/>
          </ac:spMkLst>
        </pc:spChg>
        <pc:spChg chg="mod topLvl">
          <ac:chgData name="Marcela Marajó" userId="e1e9d154-6985-4777-845c-2aecf36e787a" providerId="ADAL" clId="{1A09C1BB-A329-4F3E-8454-BBABBEF1D96C}" dt="2026-07-13T19:12:30.901" v="27" actId="165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8.897" v="23" actId="164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7.042" v="22" actId="164"/>
          <ac:spMkLst>
            <pc:docMk/>
            <pc:sldMk cId="0" sldId="256"/>
            <ac:spMk id="140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3.563" v="21" actId="164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03:11.792" v="20" actId="164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Marcela Marajó" userId="e1e9d154-6985-4777-845c-2aecf36e787a" providerId="ADAL" clId="{1A09C1BB-A329-4F3E-8454-BBABBEF1D96C}" dt="2026-07-13T19:16:40.520" v="36"/>
          <ac:spMkLst>
            <pc:docMk/>
            <pc:sldMk cId="0" sldId="256"/>
            <ac:spMk id="151" creationId="{4D3E66C2-1CBE-5879-DE48-BABAA4A2092E}"/>
          </ac:spMkLst>
        </pc:spChg>
        <pc:spChg chg="mod">
          <ac:chgData name="Marcela Marajó" userId="e1e9d154-6985-4777-845c-2aecf36e787a" providerId="ADAL" clId="{1A09C1BB-A329-4F3E-8454-BBABBEF1D96C}" dt="2026-07-13T19:16:44.948" v="37"/>
          <ac:spMkLst>
            <pc:docMk/>
            <pc:sldMk cId="0" sldId="256"/>
            <ac:spMk id="155" creationId="{C947CE27-EB50-5CDA-1390-8122212FE807}"/>
          </ac:spMkLst>
        </pc:spChg>
        <pc:spChg chg="mod">
          <ac:chgData name="Marcela Marajó" userId="e1e9d154-6985-4777-845c-2aecf36e787a" providerId="ADAL" clId="{1A09C1BB-A329-4F3E-8454-BBABBEF1D96C}" dt="2026-07-13T19:16:49.433" v="38"/>
          <ac:spMkLst>
            <pc:docMk/>
            <pc:sldMk cId="0" sldId="256"/>
            <ac:spMk id="159" creationId="{F0C1F845-CA50-1B55-74B7-73C0BA92D6E8}"/>
          </ac:spMkLst>
        </pc:spChg>
        <pc:grpChg chg="add mod">
          <ac:chgData name="Marcela Marajó" userId="e1e9d154-6985-4777-845c-2aecf36e787a" providerId="ADAL" clId="{1A09C1BB-A329-4F3E-8454-BBABBEF1D96C}" dt="2026-07-13T19:03:00.549" v="14" actId="164"/>
          <ac:grpSpMkLst>
            <pc:docMk/>
            <pc:sldMk cId="0" sldId="256"/>
            <ac:grpSpMk id="5" creationId="{25D7B8C6-B548-BB2C-0B6B-2479C0A3E4E5}"/>
          </ac:grpSpMkLst>
        </pc:grpChg>
        <pc:grpChg chg="add mod">
          <ac:chgData name="Marcela Marajó" userId="e1e9d154-6985-4777-845c-2aecf36e787a" providerId="ADAL" clId="{1A09C1BB-A329-4F3E-8454-BBABBEF1D96C}" dt="2026-07-13T19:03:02.428" v="15" actId="164"/>
          <ac:grpSpMkLst>
            <pc:docMk/>
            <pc:sldMk cId="0" sldId="256"/>
            <ac:grpSpMk id="10" creationId="{2F425A3D-78C0-B859-D81A-D3D09AEDA268}"/>
          </ac:grpSpMkLst>
        </pc:grpChg>
        <pc:grpChg chg="add mod">
          <ac:chgData name="Marcela Marajó" userId="e1e9d154-6985-4777-845c-2aecf36e787a" providerId="ADAL" clId="{1A09C1BB-A329-4F3E-8454-BBABBEF1D96C}" dt="2026-07-13T19:03:04.250" v="16" actId="164"/>
          <ac:grpSpMkLst>
            <pc:docMk/>
            <pc:sldMk cId="0" sldId="256"/>
            <ac:grpSpMk id="16" creationId="{A898D867-E9C7-F73B-3FCE-883351F967C2}"/>
          </ac:grpSpMkLst>
        </pc:grpChg>
        <pc:grpChg chg="add mod">
          <ac:chgData name="Marcela Marajó" userId="e1e9d154-6985-4777-845c-2aecf36e787a" providerId="ADAL" clId="{1A09C1BB-A329-4F3E-8454-BBABBEF1D96C}" dt="2026-07-13T19:03:06.110" v="17" actId="164"/>
          <ac:grpSpMkLst>
            <pc:docMk/>
            <pc:sldMk cId="0" sldId="256"/>
            <ac:grpSpMk id="17" creationId="{71422A94-7C20-F6C1-34E1-747C2B6C5FC9}"/>
          </ac:grpSpMkLst>
        </pc:grpChg>
        <pc:grpChg chg="add mod">
          <ac:chgData name="Marcela Marajó" userId="e1e9d154-6985-4777-845c-2aecf36e787a" providerId="ADAL" clId="{1A09C1BB-A329-4F3E-8454-BBABBEF1D96C}" dt="2026-07-13T19:03:08.241" v="18" actId="164"/>
          <ac:grpSpMkLst>
            <pc:docMk/>
            <pc:sldMk cId="0" sldId="256"/>
            <ac:grpSpMk id="18" creationId="{03AD5A18-5EE9-9A76-A771-C3DBC71DB0DA}"/>
          </ac:grpSpMkLst>
        </pc:grpChg>
        <pc:grpChg chg="add mod">
          <ac:chgData name="Marcela Marajó" userId="e1e9d154-6985-4777-845c-2aecf36e787a" providerId="ADAL" clId="{1A09C1BB-A329-4F3E-8454-BBABBEF1D96C}" dt="2026-07-13T19:03:10.011" v="19" actId="164"/>
          <ac:grpSpMkLst>
            <pc:docMk/>
            <pc:sldMk cId="0" sldId="256"/>
            <ac:grpSpMk id="19" creationId="{53EBFBCF-915D-92BD-9691-2F88B3EB1349}"/>
          </ac:grpSpMkLst>
        </pc:grpChg>
        <pc:grpChg chg="add mod">
          <ac:chgData name="Marcela Marajó" userId="e1e9d154-6985-4777-845c-2aecf36e787a" providerId="ADAL" clId="{1A09C1BB-A329-4F3E-8454-BBABBEF1D96C}" dt="2026-07-13T19:03:11.792" v="20" actId="164"/>
          <ac:grpSpMkLst>
            <pc:docMk/>
            <pc:sldMk cId="0" sldId="256"/>
            <ac:grpSpMk id="25" creationId="{992EE289-3222-ECE1-DBDC-18F0E6C673AA}"/>
          </ac:grpSpMkLst>
        </pc:grpChg>
        <pc:grpChg chg="add mod">
          <ac:chgData name="Marcela Marajó" userId="e1e9d154-6985-4777-845c-2aecf36e787a" providerId="ADAL" clId="{1A09C1BB-A329-4F3E-8454-BBABBEF1D96C}" dt="2026-07-13T19:03:13.563" v="21" actId="164"/>
          <ac:grpSpMkLst>
            <pc:docMk/>
            <pc:sldMk cId="0" sldId="256"/>
            <ac:grpSpMk id="30" creationId="{28C83C8D-7FC4-9214-8A44-7AAE10D6CB99}"/>
          </ac:grpSpMkLst>
        </pc:grpChg>
        <pc:grpChg chg="add mod">
          <ac:chgData name="Marcela Marajó" userId="e1e9d154-6985-4777-845c-2aecf36e787a" providerId="ADAL" clId="{1A09C1BB-A329-4F3E-8454-BBABBEF1D96C}" dt="2026-07-13T19:03:17.042" v="22" actId="164"/>
          <ac:grpSpMkLst>
            <pc:docMk/>
            <pc:sldMk cId="0" sldId="256"/>
            <ac:grpSpMk id="36" creationId="{8BD49B3F-A760-86E5-593B-7FB315DD84F1}"/>
          </ac:grpSpMkLst>
        </pc:grpChg>
        <pc:grpChg chg="add mod">
          <ac:chgData name="Marcela Marajó" userId="e1e9d154-6985-4777-845c-2aecf36e787a" providerId="ADAL" clId="{1A09C1BB-A329-4F3E-8454-BBABBEF1D96C}" dt="2026-07-13T19:03:18.897" v="23" actId="164"/>
          <ac:grpSpMkLst>
            <pc:docMk/>
            <pc:sldMk cId="0" sldId="256"/>
            <ac:grpSpMk id="37" creationId="{AC070648-F0B9-3CC9-F33A-8DE00C3E61C5}"/>
          </ac:grpSpMkLst>
        </pc:grpChg>
        <pc:grpChg chg="add del mod">
          <ac:chgData name="Marcela Marajó" userId="e1e9d154-6985-4777-845c-2aecf36e787a" providerId="ADAL" clId="{1A09C1BB-A329-4F3E-8454-BBABBEF1D96C}" dt="2026-07-13T19:12:30.901" v="27" actId="165"/>
          <ac:grpSpMkLst>
            <pc:docMk/>
            <pc:sldMk cId="0" sldId="256"/>
            <ac:grpSpMk id="38" creationId="{78FA8A4B-1146-A085-7A1F-F45B8FCA026B}"/>
          </ac:grpSpMkLst>
        </pc:grpChg>
      </pc:sldChg>
      <pc:sldChg chg="modSp">
        <pc:chgData name="Marcela Marajó" userId="e1e9d154-6985-4777-845c-2aecf36e787a" providerId="ADAL" clId="{1A09C1BB-A329-4F3E-8454-BBABBEF1D96C}" dt="2026-07-13T20:26:13.546" v="64"/>
        <pc:sldMkLst>
          <pc:docMk/>
          <pc:sldMk cId="1365431790" sldId="258"/>
        </pc:sldMkLst>
        <pc:spChg chg="mod">
          <ac:chgData name="Marcela Marajó" userId="e1e9d154-6985-4777-845c-2aecf36e787a" providerId="ADAL" clId="{1A09C1BB-A329-4F3E-8454-BBABBEF1D96C}" dt="2026-07-13T20:26:13.546" v="64"/>
          <ac:spMkLst>
            <pc:docMk/>
            <pc:sldMk cId="1365431790" sldId="258"/>
            <ac:spMk id="3" creationId="{5850F169-6586-1EE7-69EE-01DD28E72891}"/>
          </ac:spMkLst>
        </pc:spChg>
      </pc:sldChg>
      <pc:sldChg chg="addSp modSp mod">
        <pc:chgData name="Marcela Marajó" userId="e1e9d154-6985-4777-845c-2aecf36e787a" providerId="ADAL" clId="{1A09C1BB-A329-4F3E-8454-BBABBEF1D96C}" dt="2026-07-13T21:01:25.162" v="74" actId="20577"/>
        <pc:sldMkLst>
          <pc:docMk/>
          <pc:sldMk cId="1542444200" sldId="341"/>
        </pc:sldMkLst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3" creationId="{BDB08B91-5DCF-CD09-665E-26B91318F9E1}"/>
          </ac:spMkLst>
        </pc:spChg>
        <pc:spChg chg="add mod">
          <ac:chgData name="Marcela Marajó" userId="e1e9d154-6985-4777-845c-2aecf36e787a" providerId="ADAL" clId="{1A09C1BB-A329-4F3E-8454-BBABBEF1D96C}" dt="2026-07-13T18:55:03.183" v="11"/>
          <ac:spMkLst>
            <pc:docMk/>
            <pc:sldMk cId="1542444200" sldId="341"/>
            <ac:spMk id="6" creationId="{31044E5C-9F0A-08F7-ADDC-F103DA108648}"/>
          </ac:spMkLst>
        </pc:spChg>
        <pc:spChg chg="add mod">
          <ac:chgData name="Marcela Marajó" userId="e1e9d154-6985-4777-845c-2aecf36e787a" providerId="ADAL" clId="{1A09C1BB-A329-4F3E-8454-BBABBEF1D96C}" dt="2026-07-13T18:55:19.491" v="12"/>
          <ac:spMkLst>
            <pc:docMk/>
            <pc:sldMk cId="1542444200" sldId="341"/>
            <ac:spMk id="9" creationId="{DDED2FAB-CB9D-365A-35AD-788F7F19EA25}"/>
          </ac:spMkLst>
        </pc:spChg>
        <pc:spChg chg="add mod">
          <ac:chgData name="Marcela Marajó" userId="e1e9d154-6985-4777-845c-2aecf36e787a" providerId="ADAL" clId="{1A09C1BB-A329-4F3E-8454-BBABBEF1D96C}" dt="2026-07-13T21:01:25.162" v="74" actId="20577"/>
          <ac:spMkLst>
            <pc:docMk/>
            <pc:sldMk cId="1542444200" sldId="341"/>
            <ac:spMk id="11" creationId="{5A8F2BCC-8FC3-AEB8-D6E0-44C72F1EE524}"/>
          </ac:spMkLst>
        </pc:spChg>
        <pc:picChg chg="add mod">
          <ac:chgData name="Marcela Marajó" userId="e1e9d154-6985-4777-845c-2aecf36e787a" providerId="ADAL" clId="{1A09C1BB-A329-4F3E-8454-BBABBEF1D96C}" dt="2026-07-13T18:55:03.183" v="11"/>
          <ac:picMkLst>
            <pc:docMk/>
            <pc:sldMk cId="1542444200" sldId="341"/>
            <ac:picMk id="7" creationId="{3140E72A-40CF-E053-2C4E-9ED0751F452E}"/>
          </ac:picMkLst>
        </pc:picChg>
        <pc:picChg chg="add mod">
          <ac:chgData name="Marcela Marajó" userId="e1e9d154-6985-4777-845c-2aecf36e787a" providerId="ADAL" clId="{1A09C1BB-A329-4F3E-8454-BBABBEF1D96C}" dt="2026-07-13T18:55:19.491" v="12"/>
          <ac:picMkLst>
            <pc:docMk/>
            <pc:sldMk cId="1542444200" sldId="341"/>
            <ac:picMk id="16" creationId="{52FA5235-FCDB-E2A7-CCFF-0EF81E5F0936}"/>
          </ac:picMkLst>
        </pc:picChg>
        <pc:cxnChg chg="add mod">
          <ac:chgData name="Marcela Marajó" userId="e1e9d154-6985-4777-845c-2aecf36e787a" providerId="ADAL" clId="{1A09C1BB-A329-4F3E-8454-BBABBEF1D96C}" dt="2026-07-13T18:55:03.183" v="11"/>
          <ac:cxnSpMkLst>
            <pc:docMk/>
            <pc:sldMk cId="1542444200" sldId="341"/>
            <ac:cxnSpMk id="8" creationId="{A249EFBB-BA55-31A5-D8D9-6AEAE47F4135}"/>
          </ac:cxnSpMkLst>
        </pc:cxnChg>
        <pc:cxnChg chg="add mod">
          <ac:chgData name="Marcela Marajó" userId="e1e9d154-6985-4777-845c-2aecf36e787a" providerId="ADAL" clId="{1A09C1BB-A329-4F3E-8454-BBABBEF1D96C}" dt="2026-07-13T18:55:19.491" v="12"/>
          <ac:cxnSpMkLst>
            <pc:docMk/>
            <pc:sldMk cId="1542444200" sldId="341"/>
            <ac:cxnSpMk id="17" creationId="{2E94441F-E29D-97C5-F8B1-D20A19F59228}"/>
          </ac:cxnSpMkLst>
        </pc:cxnChg>
      </pc:sldChg>
      <pc:sldChg chg="addSp modSp add">
        <pc:chgData name="Marcela Marajó" userId="e1e9d154-6985-4777-845c-2aecf36e787a" providerId="ADAL" clId="{1A09C1BB-A329-4F3E-8454-BBABBEF1D96C}" dt="2026-07-13T19:25:40.013" v="50"/>
        <pc:sldMkLst>
          <pc:docMk/>
          <pc:sldMk cId="3805729342" sldId="1749"/>
        </pc:sldMkLst>
        <pc:spChg chg="add mod">
          <ac:chgData name="Marcela Marajó" userId="e1e9d154-6985-4777-845c-2aecf36e787a" providerId="ADAL" clId="{1A09C1BB-A329-4F3E-8454-BBABBEF1D96C}" dt="2026-07-13T19:25:40.013" v="50"/>
          <ac:spMkLst>
            <pc:docMk/>
            <pc:sldMk cId="3805729342" sldId="1749"/>
            <ac:spMk id="3" creationId="{DD4999E0-D4B2-5A23-EAA3-D0A8253330BA}"/>
          </ac:spMkLst>
        </pc:spChg>
      </pc:sldChg>
      <pc:sldChg chg="add">
        <pc:chgData name="Marcela Marajó" userId="e1e9d154-6985-4777-845c-2aecf36e787a" providerId="ADAL" clId="{1A09C1BB-A329-4F3E-8454-BBABBEF1D96C}" dt="2026-07-13T18:59:54.466" v="13"/>
        <pc:sldMkLst>
          <pc:docMk/>
          <pc:sldMk cId="3814540664" sldId="1750"/>
        </pc:sldMkLst>
      </pc:sldChg>
      <pc:sldChg chg="addSp modSp mod">
        <pc:chgData name="Marcela Marajó" userId="e1e9d154-6985-4777-845c-2aecf36e787a" providerId="ADAL" clId="{1A09C1BB-A329-4F3E-8454-BBABBEF1D96C}" dt="2026-07-14T14:35:45.055" v="125" actId="113"/>
        <pc:sldMkLst>
          <pc:docMk/>
          <pc:sldMk cId="51488222" sldId="1933"/>
        </pc:sldMkLst>
        <pc:spChg chg="add mod">
          <ac:chgData name="Marcela Marajó" userId="e1e9d154-6985-4777-845c-2aecf36e787a" providerId="ADAL" clId="{1A09C1BB-A329-4F3E-8454-BBABBEF1D96C}" dt="2026-07-13T19:25:40.881" v="51"/>
          <ac:spMkLst>
            <pc:docMk/>
            <pc:sldMk cId="51488222" sldId="1933"/>
            <ac:spMk id="2" creationId="{5D9AB090-4A77-79D8-9B5F-CC5DCA61CCAA}"/>
          </ac:spMkLst>
        </pc:spChg>
        <pc:spChg chg="mod">
          <ac:chgData name="Marcela Marajó" userId="e1e9d154-6985-4777-845c-2aecf36e787a" providerId="ADAL" clId="{1A09C1BB-A329-4F3E-8454-BBABBEF1D96C}" dt="2026-07-13T21:01:33.940" v="75" actId="207"/>
          <ac:spMkLst>
            <pc:docMk/>
            <pc:sldMk cId="51488222" sldId="1933"/>
            <ac:spMk id="28" creationId="{FA942BF6-17FA-9C16-EAFB-03C4DE63C782}"/>
          </ac:spMkLst>
        </pc:spChg>
        <pc:spChg chg="mod">
          <ac:chgData name="Marcela Marajó" userId="e1e9d154-6985-4777-845c-2aecf36e787a" providerId="ADAL" clId="{1A09C1BB-A329-4F3E-8454-BBABBEF1D96C}" dt="2026-07-14T14:35:45.055" v="125" actId="113"/>
          <ac:spMkLst>
            <pc:docMk/>
            <pc:sldMk cId="51488222" sldId="1933"/>
            <ac:spMk id="37" creationId="{DAA7D1F4-D767-3766-2E10-C80539AAA301}"/>
          </ac:spMkLst>
        </pc:spChg>
        <pc:spChg chg="mod">
          <ac:chgData name="Marcela Marajó" userId="e1e9d154-6985-4777-845c-2aecf36e787a" providerId="ADAL" clId="{1A09C1BB-A329-4F3E-8454-BBABBEF1D96C}" dt="2026-07-13T21:01:57.412" v="76" actId="207"/>
          <ac:spMkLst>
            <pc:docMk/>
            <pc:sldMk cId="51488222" sldId="1933"/>
            <ac:spMk id="41" creationId="{77D6F1B0-AA80-183E-CD2C-CA31B84D2483}"/>
          </ac:spMkLst>
        </pc:spChg>
      </pc:sldChg>
      <pc:sldChg chg="addSp delSp modSp mod">
        <pc:chgData name="Marcela Marajó" userId="e1e9d154-6985-4777-845c-2aecf36e787a" providerId="ADAL" clId="{1A09C1BB-A329-4F3E-8454-BBABBEF1D96C}" dt="2026-07-14T14:21:21.826" v="124" actId="20577"/>
        <pc:sldMkLst>
          <pc:docMk/>
          <pc:sldMk cId="375826702" sldId="1934"/>
        </pc:sldMkLst>
        <pc:spChg chg="mod">
          <ac:chgData name="Marcela Marajó" userId="e1e9d154-6985-4777-845c-2aecf36e787a" providerId="ADAL" clId="{1A09C1BB-A329-4F3E-8454-BBABBEF1D96C}" dt="2026-07-14T14:21:21.826" v="124" actId="20577"/>
          <ac:spMkLst>
            <pc:docMk/>
            <pc:sldMk cId="375826702" sldId="1934"/>
            <ac:spMk id="10" creationId="{807CAABE-33A1-A6C3-3477-70B6FCE21F70}"/>
          </ac:spMkLst>
        </pc:spChg>
        <pc:picChg chg="add del">
          <ac:chgData name="Marcela Marajó" userId="e1e9d154-6985-4777-845c-2aecf36e787a" providerId="ADAL" clId="{1A09C1BB-A329-4F3E-8454-BBABBEF1D96C}" dt="2026-07-14T14:18:40.193" v="96" actId="22"/>
          <ac:picMkLst>
            <pc:docMk/>
            <pc:sldMk cId="375826702" sldId="1934"/>
            <ac:picMk id="5" creationId="{DA8D7A60-1640-BF80-382B-1D001CFCE064}"/>
          </ac:picMkLst>
        </pc:picChg>
      </pc:sldChg>
      <pc:sldChg chg="modSp ord">
        <pc:chgData name="Marcela Marajó" userId="e1e9d154-6985-4777-845c-2aecf36e787a" providerId="ADAL" clId="{1A09C1BB-A329-4F3E-8454-BBABBEF1D96C}" dt="2026-07-13T20:27:59.750" v="66"/>
        <pc:sldMkLst>
          <pc:docMk/>
          <pc:sldMk cId="3959081427" sldId="1935"/>
        </pc:sldMkLst>
        <pc:spChg chg="mod">
          <ac:chgData name="Marcela Marajó" userId="e1e9d154-6985-4777-845c-2aecf36e787a" providerId="ADAL" clId="{1A09C1BB-A329-4F3E-8454-BBABBEF1D96C}" dt="2026-07-13T20:27:59.750" v="66"/>
          <ac:spMkLst>
            <pc:docMk/>
            <pc:sldMk cId="3959081427" sldId="1935"/>
            <ac:spMk id="3" creationId="{A123363F-6D49-5959-3654-657D95CC3E44}"/>
          </ac:spMkLst>
        </pc:spChg>
      </pc:sldChg>
      <pc:sldChg chg="modSp">
        <pc:chgData name="Marcela Marajó" userId="e1e9d154-6985-4777-845c-2aecf36e787a" providerId="ADAL" clId="{1A09C1BB-A329-4F3E-8454-BBABBEF1D96C}" dt="2026-07-13T20:38:49.949" v="68"/>
        <pc:sldMkLst>
          <pc:docMk/>
          <pc:sldMk cId="106750839" sldId="1936"/>
        </pc:sldMkLst>
        <pc:spChg chg="mod">
          <ac:chgData name="Marcela Marajó" userId="e1e9d154-6985-4777-845c-2aecf36e787a" providerId="ADAL" clId="{1A09C1BB-A329-4F3E-8454-BBABBEF1D96C}" dt="2026-07-13T20:24:38.554" v="63"/>
          <ac:spMkLst>
            <pc:docMk/>
            <pc:sldMk cId="106750839" sldId="1936"/>
            <ac:spMk id="10" creationId="{1DA78774-521C-535B-D7FF-E0EB92DED365}"/>
          </ac:spMkLst>
        </pc:spChg>
        <pc:spChg chg="mod">
          <ac:chgData name="Marcela Marajó" userId="e1e9d154-6985-4777-845c-2aecf36e787a" providerId="ADAL" clId="{1A09C1BB-A329-4F3E-8454-BBABBEF1D96C}" dt="2026-07-13T20:38:49.949" v="68"/>
          <ac:spMkLst>
            <pc:docMk/>
            <pc:sldMk cId="106750839" sldId="1936"/>
            <ac:spMk id="12" creationId="{DBF89D18-DD27-52DC-9D67-DB0905428C19}"/>
          </ac:spMkLst>
        </pc:spChg>
      </pc:sldChg>
      <pc:sldChg chg="modSp">
        <pc:chgData name="Marcela Marajó" userId="e1e9d154-6985-4777-845c-2aecf36e787a" providerId="ADAL" clId="{1A09C1BB-A329-4F3E-8454-BBABBEF1D96C}" dt="2026-07-13T20:22:30.693" v="54"/>
        <pc:sldMkLst>
          <pc:docMk/>
          <pc:sldMk cId="1301142864" sldId="1937"/>
        </pc:sldMkLst>
        <pc:spChg chg="mod">
          <ac:chgData name="Marcela Marajó" userId="e1e9d154-6985-4777-845c-2aecf36e787a" providerId="ADAL" clId="{1A09C1BB-A329-4F3E-8454-BBABBEF1D96C}" dt="2026-07-13T20:22:30.693" v="54"/>
          <ac:spMkLst>
            <pc:docMk/>
            <pc:sldMk cId="1301142864" sldId="1937"/>
            <ac:spMk id="10" creationId="{6A628BFD-3A8F-1B0E-B99E-EAC64ACFC0CB}"/>
          </ac:spMkLst>
        </pc:spChg>
      </pc:sldChg>
      <pc:sldChg chg="add del setBg">
        <pc:chgData name="Marcela Marajó" userId="e1e9d154-6985-4777-845c-2aecf36e787a" providerId="ADAL" clId="{1A09C1BB-A329-4F3E-8454-BBABBEF1D96C}" dt="2026-07-13T18:53:05.127" v="3"/>
        <pc:sldMkLst>
          <pc:docMk/>
          <pc:sldMk cId="629692565" sldId="1957"/>
        </pc:sldMkLst>
      </pc:sldChg>
      <pc:sldChg chg="addSp modSp add ord setBg">
        <pc:chgData name="Marcela Marajó" userId="e1e9d154-6985-4777-845c-2aecf36e787a" providerId="ADAL" clId="{1A09C1BB-A329-4F3E-8454-BBABBEF1D96C}" dt="2026-07-13T18:53:30.954" v="7"/>
        <pc:sldMkLst>
          <pc:docMk/>
          <pc:sldMk cId="2295203596" sldId="1957"/>
        </pc:sldMkLst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8" creationId="{AE585CEE-A4E5-6786-2B70-21E524E76C62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9" creationId="{DE1C275E-32CC-D585-774B-0AD166AA9A95}"/>
          </ac:spMkLst>
        </pc:spChg>
        <pc:spChg chg="add mod">
          <ac:chgData name="Marcela Marajó" userId="e1e9d154-6985-4777-845c-2aecf36e787a" providerId="ADAL" clId="{1A09C1BB-A329-4F3E-8454-BBABBEF1D96C}" dt="2026-07-13T18:53:20.878" v="6"/>
          <ac:spMkLst>
            <pc:docMk/>
            <pc:sldMk cId="2295203596" sldId="1957"/>
            <ac:spMk id="17" creationId="{D97D2395-E404-5B3A-5987-89288C19233A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4" creationId="{B25D1771-5AC0-43DE-CD37-6A32382D118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5" creationId="{C7F8CA9A-7F68-CA19-A6FA-70CB30E59B99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8" creationId="{D0AE8A8B-2666-D826-77E8-C4C455713A4F}"/>
          </ac:spMkLst>
        </pc:spChg>
        <pc:spChg chg="add mod">
          <ac:chgData name="Marcela Marajó" userId="e1e9d154-6985-4777-845c-2aecf36e787a" providerId="ADAL" clId="{1A09C1BB-A329-4F3E-8454-BBABBEF1D96C}" dt="2026-07-13T18:53:30.954" v="7"/>
          <ac:spMkLst>
            <pc:docMk/>
            <pc:sldMk cId="2295203596" sldId="1957"/>
            <ac:spMk id="29" creationId="{BFB17DA8-62AB-1300-6EA1-CF88FDBBA6D2}"/>
          </ac:spMkLst>
        </pc:sp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3" creationId="{8D5CF282-911A-5FAF-C63A-DE97025F4858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1" creationId="{CC6F8E30-D5C8-0C37-A19A-30D21848E47B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6" creationId="{16D9894C-06FB-E174-10D6-08AF4AD26F07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19" creationId="{B540A9B0-73E3-D374-F1E1-F1015ED9EB72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0" creationId="{0DEEB4B0-1E2B-A006-106C-76F03FF5FAAC}"/>
          </ac:picMkLst>
        </pc:picChg>
        <pc:picChg chg="add mod">
          <ac:chgData name="Marcela Marajó" userId="e1e9d154-6985-4777-845c-2aecf36e787a" providerId="ADAL" clId="{1A09C1BB-A329-4F3E-8454-BBABBEF1D96C}" dt="2026-07-13T18:53:20.878" v="6"/>
          <ac:picMkLst>
            <pc:docMk/>
            <pc:sldMk cId="2295203596" sldId="1957"/>
            <ac:picMk id="21" creationId="{37034B7E-50AE-46B5-DF70-7EDAC7C14EC3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3" creationId="{A71D5999-505B-713A-5681-8DEF53483502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6" creationId="{720AE2A3-4A70-DB52-F7F4-61455DC4BC4C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27" creationId="{0A5D0D3C-423A-727E-F762-E125C3069C07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0" creationId="{32ED28F7-E2CF-E33F-B37C-5B25A8069F0E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1" creationId="{89E78C0E-CED1-71E4-5F92-FACF28CA8F4F}"/>
          </ac:picMkLst>
        </pc:picChg>
        <pc:picChg chg="add mod">
          <ac:chgData name="Marcela Marajó" userId="e1e9d154-6985-4777-845c-2aecf36e787a" providerId="ADAL" clId="{1A09C1BB-A329-4F3E-8454-BBABBEF1D96C}" dt="2026-07-13T18:53:30.954" v="7"/>
          <ac:picMkLst>
            <pc:docMk/>
            <pc:sldMk cId="2295203596" sldId="1957"/>
            <ac:picMk id="32" creationId="{B3717AD1-6863-64AB-1BB4-7EFFBF24A51F}"/>
          </ac:picMkLst>
        </pc:picChg>
        <pc:cxnChg chg="add mod">
          <ac:chgData name="Marcela Marajó" userId="e1e9d154-6985-4777-845c-2aecf36e787a" providerId="ADAL" clId="{1A09C1BB-A329-4F3E-8454-BBABBEF1D96C}" dt="2026-07-13T18:53:20.878" v="6"/>
          <ac:cxnSpMkLst>
            <pc:docMk/>
            <pc:sldMk cId="2295203596" sldId="1957"/>
            <ac:cxnSpMk id="22" creationId="{4D54C465-72E2-C15C-EA3C-A15B9E29D394}"/>
          </ac:cxnSpMkLst>
        </pc:cxnChg>
      </pc:sldChg>
      <pc:sldChg chg="add del setBg">
        <pc:chgData name="Marcela Marajó" userId="e1e9d154-6985-4777-845c-2aecf36e787a" providerId="ADAL" clId="{1A09C1BB-A329-4F3E-8454-BBABBEF1D96C}" dt="2026-07-13T18:52:55.158" v="1"/>
        <pc:sldMkLst>
          <pc:docMk/>
          <pc:sldMk cId="3308862925" sldId="1957"/>
        </pc:sldMkLst>
      </pc:sldChg>
      <pc:sldChg chg="addSp modSp">
        <pc:chgData name="Marcela Marajó" userId="e1e9d154-6985-4777-845c-2aecf36e787a" providerId="ADAL" clId="{1A09C1BB-A329-4F3E-8454-BBABBEF1D96C}" dt="2026-07-13T18:54:09.651" v="10"/>
        <pc:sldMkLst>
          <pc:docMk/>
          <pc:sldMk cId="3395779264" sldId="1958"/>
        </pc:sldMkLst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6" creationId="{2748492A-D347-A545-17BC-848D8D1C6C7F}"/>
          </ac:spMkLst>
        </pc:spChg>
        <pc:spChg chg="add mod">
          <ac:chgData name="Marcela Marajó" userId="e1e9d154-6985-4777-845c-2aecf36e787a" providerId="ADAL" clId="{1A09C1BB-A329-4F3E-8454-BBABBEF1D96C}" dt="2026-07-13T18:54:09.651" v="10"/>
          <ac:spMkLst>
            <pc:docMk/>
            <pc:sldMk cId="3395779264" sldId="1958"/>
            <ac:spMk id="7" creationId="{42708B16-80EF-F2AD-9EFE-0AA5B1CE71C9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1" creationId="{C2ACF4CE-F3A7-47D6-94B8-AA2B769FE6DB}"/>
          </ac:spMkLst>
        </pc:spChg>
        <pc:spChg chg="add mod">
          <ac:chgData name="Marcela Marajó" userId="e1e9d154-6985-4777-845c-2aecf36e787a" providerId="ADAL" clId="{1A09C1BB-A329-4F3E-8454-BBABBEF1D96C}" dt="2026-07-13T18:53:58.102" v="8"/>
          <ac:spMkLst>
            <pc:docMk/>
            <pc:sldMk cId="3395779264" sldId="1958"/>
            <ac:spMk id="16" creationId="{06258C36-CF36-4B40-9599-6B0C5C795D0E}"/>
          </ac:spMkLst>
        </pc:sp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3" creationId="{D63389E1-16D8-6224-D6F1-B3BBF2116623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8" creationId="{6CB86AC5-EFA9-131D-5C12-5860E6C86820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9" creationId="{A0B11FD3-A367-5B9A-F67D-B7B9F8DA8AEB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7" creationId="{EE6BE4FC-E4D7-34BF-1C9A-0A05304234B9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8" creationId="{AEA4E54D-527A-7458-9C4C-1C1DD1602CCC}"/>
          </ac:picMkLst>
        </pc:picChg>
        <pc:picChg chg="add mod">
          <ac:chgData name="Marcela Marajó" userId="e1e9d154-6985-4777-845c-2aecf36e787a" providerId="ADAL" clId="{1A09C1BB-A329-4F3E-8454-BBABBEF1D96C}" dt="2026-07-13T18:53:58.102" v="8"/>
          <ac:picMkLst>
            <pc:docMk/>
            <pc:sldMk cId="3395779264" sldId="1958"/>
            <ac:picMk id="19" creationId="{DE1E8642-207B-D885-8880-7317EC4C683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8A7ADA-00A1-BDE3-9A60-CB15F681730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C2197B-8BAA-26E1-FD4A-926A6BFFE7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40ECD8-D6A2-4DE1-BE36-29929AE0EA08}" type="datetimeFigureOut">
              <a:rPr lang="LID4096" smtClean="0"/>
              <a:t>07/23/2026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DA0CBB-915A-E071-1F6E-CC541E01BD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A77A4A-FE70-3B5E-33E6-3DE49360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5B425F-AB43-4F2A-9D92-389452498CA3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240096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B1AAD6-495D-4C88-913E-6D77925F1DA4}" type="datetimeFigureOut">
              <a:rPr lang="en-US" smtClean="0"/>
              <a:t>23/07/2026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F5B6A6-2D1E-405B-814F-CBA40FD47C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21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5CE64-3817-7842-8BB1-13778DAEC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A8FFEE-91FF-2D40-BEE1-461B576CA2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29C755-45D4-9942-8B92-E71B14732A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6E494D5-60E0-45B3-B776-2CB2B13676D0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78C534-F30F-1945-BEC7-D4037FDA6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2DD8F-4CBD-B645-A13C-78A6D95BE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6C02133D-A425-464E-BEE6-312200865E1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52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5B697-3953-0549-912B-4A0BF2DA4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A3C49-61B5-0040-9C5A-17EE42E29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7960A-D872-4546-B884-B151F862B7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59DD694-C779-487F-B79C-B7112C31A7BD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B2524-A2FA-B946-9D64-F4737FF0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C0B8E-7E17-8E48-8112-25C2601D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A4878C58-20C8-D6B6-7C9D-A8A9E78B4E46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E59F188D-34F4-405C-E586-925A923D8C12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7515382"/>
      </p:ext>
    </p:extLst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9515-F7F5-EC47-BDDA-E78FC506C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B275B-990C-0F43-B903-96FA75D26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6F172-8A44-A440-A7D9-56D75ED2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EB240163-EC9C-434F-A8C8-15E36E9867C6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45D4B4-6B45-7647-B81F-9B274B40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67D2-817E-DB4B-B700-C57944C13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oogle Shape;70;p1">
            <a:extLst>
              <a:ext uri="{FF2B5EF4-FFF2-40B4-BE49-F238E27FC236}">
                <a16:creationId xmlns:a16="http://schemas.microsoft.com/office/drawing/2014/main" id="{E2B0376D-15D4-62B1-753D-32171EB75FB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71;p1">
            <a:extLst>
              <a:ext uri="{FF2B5EF4-FFF2-40B4-BE49-F238E27FC236}">
                <a16:creationId xmlns:a16="http://schemas.microsoft.com/office/drawing/2014/main" id="{DFDC64BE-6717-666D-9D61-E40B590D199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1278631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EE248-69C6-524E-A93C-436FB8A0D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5B763-70CD-2943-B561-5007BC13A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4744A7-08ED-6144-85CA-839CC8939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1AC3E-2E7C-324D-A3AB-92FC57BED1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ED4ECAF-9E5D-442D-8146-18D047C35825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15D1F-E225-7443-BAA7-F79EC3129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2D0D86-D9F1-1041-B424-A3059FD02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B3684CA-101B-BDA0-96BD-004F9021C1BF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096D3537-6F92-9371-7F29-65D95379FA83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426974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1CD3-F7CC-204B-B71B-E6EA6159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15E1A-0D83-FB46-A2F5-73C9717FF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A801F6-D750-B64E-BCA0-1949B5AD1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827A6-DED4-8147-B1F1-718187C8FC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010CC-4C7B-8949-A63B-F26B56DC0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838CC-B868-EF4E-BEC1-F2B0F9D8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36BD0248-8A73-4A4D-A754-710360A503A5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04DBE1-9341-1544-953C-62949BD42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EB0BF5-9900-F945-BDF0-CC9A4EEDC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oogle Shape;70;p1">
            <a:extLst>
              <a:ext uri="{FF2B5EF4-FFF2-40B4-BE49-F238E27FC236}">
                <a16:creationId xmlns:a16="http://schemas.microsoft.com/office/drawing/2014/main" id="{74D75C6B-D5E6-65CC-8D2C-2B7CD7395668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71;p1">
            <a:extLst>
              <a:ext uri="{FF2B5EF4-FFF2-40B4-BE49-F238E27FC236}">
                <a16:creationId xmlns:a16="http://schemas.microsoft.com/office/drawing/2014/main" id="{17BD6F2E-40E7-1494-9E36-E79A079DBEE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1245393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A2B5A-9BF2-E34D-A953-617EBC6E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0CF7F5-F91F-BB4A-A3BC-71C8D67C06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3C28A5D-1B9A-424F-9BFB-0CB743D35041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FE7C2-A9F2-A140-BD99-8CD09EED1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EAB2F-7F3F-264A-B6F0-8B1B4DB3C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oogle Shape;70;p1">
            <a:extLst>
              <a:ext uri="{FF2B5EF4-FFF2-40B4-BE49-F238E27FC236}">
                <a16:creationId xmlns:a16="http://schemas.microsoft.com/office/drawing/2014/main" id="{D54F1D83-883E-BFA8-4DCE-3FF001AA57F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71;p1">
            <a:extLst>
              <a:ext uri="{FF2B5EF4-FFF2-40B4-BE49-F238E27FC236}">
                <a16:creationId xmlns:a16="http://schemas.microsoft.com/office/drawing/2014/main" id="{6E602F8F-8940-867B-2F2F-50CE59A830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4009925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FEA842-4D21-D143-8E0F-285C9F29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A932FE74-84CB-4EE6-9B0E-3F146E351E1D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00A037-FD53-754C-8563-53664A78A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4C081-FCB6-674F-8F6A-5AFC94C37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oogle Shape;70;p1">
            <a:extLst>
              <a:ext uri="{FF2B5EF4-FFF2-40B4-BE49-F238E27FC236}">
                <a16:creationId xmlns:a16="http://schemas.microsoft.com/office/drawing/2014/main" id="{B6DB6046-3122-00FC-0F2E-55A19C62B90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1;p1">
            <a:extLst>
              <a:ext uri="{FF2B5EF4-FFF2-40B4-BE49-F238E27FC236}">
                <a16:creationId xmlns:a16="http://schemas.microsoft.com/office/drawing/2014/main" id="{5E707292-EFFF-B3DE-CA39-8B7740BEE437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4144382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923F-5CD8-BF43-8FF7-C03609A49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4A0C3-D1FC-E144-8705-5024D72058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E02F9-BA13-F449-B188-3CD66927A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6F2860-B011-F943-A343-51D167C578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AB02D15-DB56-485C-8489-76EB7FE2BAF7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B51FC9-7366-1A4A-923E-8B9482CD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AE10B6-C625-3F44-86EE-B82862E0D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ADB640FD-0266-D928-B182-DFB43C32B8CB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6A2973CD-E1CC-DEF1-564B-63960E19A538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0662682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AFB0-7BF9-294E-AB42-70555408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8A764-2029-B44B-9AF9-265614D727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9D6F3-5B18-0A47-8AA0-90EE5FE9E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2CAF2-C1F9-9D4F-8F49-6A5A2AE6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02F52450-9FC4-4E02-9D6A-269AFEE1FABF}" type="datetimeFigureOut">
              <a:rPr lang="en-US" smtClean="0"/>
              <a:pPr>
                <a:defRPr/>
              </a:pPr>
              <a:t>23/07/2026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A7C50-F14C-7A4F-B428-077B2C975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23D0C-36BF-4C4E-9FC8-7A57DCFF3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41ABFE52-3BB4-4AB6-B43E-EA2DA6E89D9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oogle Shape;70;p1">
            <a:extLst>
              <a:ext uri="{FF2B5EF4-FFF2-40B4-BE49-F238E27FC236}">
                <a16:creationId xmlns:a16="http://schemas.microsoft.com/office/drawing/2014/main" id="{BC955EE9-779C-7CEB-4130-13BAFF5C6DE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71;p1">
            <a:extLst>
              <a:ext uri="{FF2B5EF4-FFF2-40B4-BE49-F238E27FC236}">
                <a16:creationId xmlns:a16="http://schemas.microsoft.com/office/drawing/2014/main" id="{9225E327-E0AB-8FE6-C62E-BF3D5BC2017B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83487314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SRAF" userDrawn="1">
  <p:cSld name="ASRAF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54772" y="889466"/>
            <a:ext cx="1672100" cy="326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lang="en-US" sz="1600" b="1" kern="1200" noProof="0" dirty="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+mj-c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GB" noProof="0"/>
          </a:p>
        </p:txBody>
      </p:sp>
      <p:cxnSp>
        <p:nvCxnSpPr>
          <p:cNvPr id="28" name="Google Shape;28;p54"/>
          <p:cNvCxnSpPr/>
          <p:nvPr/>
        </p:nvCxnSpPr>
        <p:spPr>
          <a:xfrm>
            <a:off x="2026872" y="840760"/>
            <a:ext cx="0" cy="3345826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AE5C8DC-A434-A2A5-45F5-DF16091E66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84400" y="803275"/>
            <a:ext cx="6116638" cy="3344863"/>
          </a:xfrm>
          <a:prstGeom prst="rect">
            <a:avLst/>
          </a:prstGeom>
        </p:spPr>
        <p:txBody>
          <a:bodyPr/>
          <a:lstStyle>
            <a:lvl1pPr marL="342900" indent="-342900">
              <a:buFont typeface="Wingdings" panose="05000000000000000000" pitchFamily="2" charset="2"/>
              <a:buChar char="q"/>
              <a:defRPr sz="24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1pPr>
            <a:lvl2pPr marL="628650" indent="-285750">
              <a:tabLst>
                <a:tab pos="628650" algn="l"/>
              </a:tabLst>
              <a:defRPr sz="20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2pPr>
            <a:lvl3pPr>
              <a:defRPr sz="18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3pPr>
            <a:lvl4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4pPr>
            <a:lvl5pPr>
              <a:defRPr sz="1600">
                <a:solidFill>
                  <a:srgbClr val="002060"/>
                </a:solidFill>
                <a:latin typeface="Roboto Slab" pitchFamily="2" charset="0"/>
                <a:ea typeface="Roboto Slab" pitchFamily="2" charset="0"/>
                <a:cs typeface="Roboto Slab" pitchFamily="2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3" name="Google Shape;70;p1">
            <a:extLst>
              <a:ext uri="{FF2B5EF4-FFF2-40B4-BE49-F238E27FC236}">
                <a16:creationId xmlns:a16="http://schemas.microsoft.com/office/drawing/2014/main" id="{CAABDA92-BC29-E8A2-80FD-8ED31BF51AF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8181474" y="274590"/>
            <a:ext cx="962526" cy="1089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71;p1">
            <a:extLst>
              <a:ext uri="{FF2B5EF4-FFF2-40B4-BE49-F238E27FC236}">
                <a16:creationId xmlns:a16="http://schemas.microsoft.com/office/drawing/2014/main" id="{83293D25-967B-1BD4-441B-82145EC9AB6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8305206" y="391878"/>
            <a:ext cx="715062" cy="589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34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F7ECEC6-5BC6-2C6B-6475-792D61F46B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29836162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504" imgH="305" progId="TCLayout.ActiveDocument.1">
                  <p:embed/>
                </p:oleObj>
              </mc:Choice>
              <mc:Fallback>
                <p:oleObj name="think-cell Slide" r:id="rId13" imgW="504" imgH="3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7ECEC6-5BC6-2C6B-6475-792D61F46B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Google Shape;101;p2">
            <a:extLst>
              <a:ext uri="{FF2B5EF4-FFF2-40B4-BE49-F238E27FC236}">
                <a16:creationId xmlns:a16="http://schemas.microsoft.com/office/drawing/2014/main" id="{FAD91BD5-5778-3B44-AC7B-09D46AC86953}"/>
              </a:ext>
            </a:extLst>
          </p:cNvPr>
          <p:cNvPicPr preferRelativeResize="0"/>
          <p:nvPr/>
        </p:nvPicPr>
        <p:blipFill rotWithShape="1">
          <a:blip r:embed="rId15">
            <a:alphaModFix amt="66000"/>
          </a:blip>
          <a:srcRect l="118" t="65424" r="118" b="24703"/>
          <a:stretch/>
        </p:blipFill>
        <p:spPr>
          <a:xfrm>
            <a:off x="0" y="4707082"/>
            <a:ext cx="9144000" cy="531668"/>
          </a:xfrm>
          <a:prstGeom prst="rect">
            <a:avLst/>
          </a:prstGeom>
          <a:solidFill>
            <a:srgbClr val="EDEDED"/>
          </a:solidFill>
          <a:ln>
            <a:noFill/>
          </a:ln>
        </p:spPr>
      </p:pic>
      <p:sp>
        <p:nvSpPr>
          <p:cNvPr id="9" name="Google Shape;72;p1">
            <a:extLst>
              <a:ext uri="{FF2B5EF4-FFF2-40B4-BE49-F238E27FC236}">
                <a16:creationId xmlns:a16="http://schemas.microsoft.com/office/drawing/2014/main" id="{FC89C330-67DD-EB4D-9AE1-EFD794CFA2C2}"/>
              </a:ext>
            </a:extLst>
          </p:cNvPr>
          <p:cNvSpPr/>
          <p:nvPr/>
        </p:nvSpPr>
        <p:spPr>
          <a:xfrm>
            <a:off x="0" y="-9526"/>
            <a:ext cx="9144000" cy="268357"/>
          </a:xfrm>
          <a:prstGeom prst="rect">
            <a:avLst/>
          </a:prstGeom>
          <a:solidFill>
            <a:srgbClr val="AEBD58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EF8CD-A533-007E-94BC-2FCC28815FA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0" y="5040631"/>
            <a:ext cx="4595813" cy="103875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675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  <p:pic>
        <p:nvPicPr>
          <p:cNvPr id="2" name="Bild 11">
            <a:extLst>
              <a:ext uri="{FF2B5EF4-FFF2-40B4-BE49-F238E27FC236}">
                <a16:creationId xmlns:a16="http://schemas.microsoft.com/office/drawing/2014/main" id="{02598EBD-4CB5-FAEA-41BF-81BED3360FE5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7900" y="4795124"/>
            <a:ext cx="546100" cy="355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0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7" r:id="rId1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-7315"/>
            <a:ext cx="4599432" cy="261518"/>
          </a:xfrm>
          <a:prstGeom prst="rect">
            <a:avLst/>
          </a:prstGeom>
          <a:noFill/>
        </p:spPr>
        <p:txBody>
          <a:bodyPr wrap="square" lIns="128016" tIns="0" rIns="0" bIns="0" anchor="ctr">
            <a:spAutoFit/>
          </a:bodyPr>
          <a:lstStyle/>
          <a:p>
            <a:pPr algn="l"/>
            <a:r>
              <a:rPr sz="1100" i="1">
                <a:solidFill>
                  <a:srgbClr val="1F1F1F"/>
                </a:solidFill>
                <a:latin typeface="+mj-lt"/>
              </a:rPr>
              <a:t>Parking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" y="384048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02060"/>
                </a:solidFill>
                <a:latin typeface="Calibri"/>
              </a:rPr>
              <a:t>Occupancy survey results by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731520"/>
            <a:ext cx="78638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The corridor average hides the spread — and the areas under the most pressure are the ones with the least room next door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" y="1115568"/>
            <a:ext cx="7872983" cy="12801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0456" y="4828032"/>
            <a:ext cx="923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fld id="{B6F15528-21DE-4FA1-8B65-3B0972ABAC2C}" type="slidenum">
              <a:rPr lang="en-US" sz="1000">
                <a:latin typeface="Calibri"/>
              </a:rPr>
              <a:t>1</a:t>
            </a:fld>
            <a:endParaRPr lang="en-US" sz="1000"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456" y="1335024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Surveyed area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335024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Peak occupancy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33502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Zones over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85% at peak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2312" y="133502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Spaces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removed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9864" y="1335024"/>
            <a:ext cx="8961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Displaced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(% of spaces removed)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57416" y="133502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Re-absorbed</a:t>
            </a:r>
          </a:p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(% of displaced)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4696" y="1335024"/>
            <a:ext cx="78638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 i="0">
                <a:solidFill>
                  <a:srgbClr val="666666"/>
                </a:solidFill>
                <a:latin typeface="Calibri"/>
              </a:rPr>
              <a:t>Avg. stay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" y="1700784"/>
            <a:ext cx="8705088" cy="9144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19456" y="1719072"/>
            <a:ext cx="8705088" cy="3246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9456" y="1783080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Kentron (Corridor 1 core)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0240" y="1810512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920240" y="1810512"/>
            <a:ext cx="1261872" cy="1554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97480" y="1773936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64992" y="179222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138%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94760" y="179222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89%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179222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408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9864" y="179222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81%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57416" y="1792224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10%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54696" y="1792224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2.2 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" y="2135123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Gai Avenue (Mega Mall)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20240" y="2162556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920240" y="2162556"/>
            <a:ext cx="1124712" cy="1554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697480" y="2125979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364992" y="2144268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123%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2144268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90%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2144268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9864" y="2144268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99%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57416" y="2144268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D4A520"/>
                </a:solidFill>
                <a:latin typeface="Calibri"/>
              </a:rPr>
              <a:t>68%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54696" y="2144268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2.0 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19456" y="2423160"/>
            <a:ext cx="8705088" cy="3246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9456" y="2487168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Komitas Avenue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920240" y="2514600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920240" y="2514600"/>
            <a:ext cx="1124712" cy="15544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97480" y="2478024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64992" y="2496312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C62828"/>
                </a:solidFill>
                <a:latin typeface="Calibri"/>
              </a:rPr>
              <a:t>123%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94760" y="2496312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81%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82312" y="2496312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9864" y="2496312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89%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57416" y="249631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54696" y="2496312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1.8 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" y="2839212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Garegin Nzhdeh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20240" y="2866644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920240" y="2866644"/>
            <a:ext cx="841248" cy="155448"/>
          </a:xfrm>
          <a:prstGeom prst="rect">
            <a:avLst/>
          </a:prstGeom>
          <a:solidFill>
            <a:srgbClr val="D4A5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697480" y="2830068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364992" y="2848356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D4A520"/>
                </a:solidFill>
                <a:latin typeface="Calibri"/>
              </a:rPr>
              <a:t>92%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94760" y="2848356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61%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2312" y="2848356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286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9864" y="2848356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52%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57416" y="2848356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C62828"/>
                </a:solidFill>
                <a:latin typeface="Calibri"/>
              </a:rPr>
              <a:t>30%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54696" y="2848356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1.7 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9456" y="3127248"/>
            <a:ext cx="8705088" cy="324612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19456" y="3191256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Shiraz / Hasratyan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20240" y="3218688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1920240" y="3218688"/>
            <a:ext cx="685800" cy="1554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697480" y="3182112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364992" y="3200400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75%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4760" y="3200400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47%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82312" y="3200400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439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9864" y="3200400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42%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757416" y="3200400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D4A520"/>
                </a:solidFill>
                <a:latin typeface="Calibri"/>
              </a:rPr>
              <a:t>69%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54696" y="3200400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1.6 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19456" y="3543299"/>
            <a:ext cx="16459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F1F1F"/>
                </a:solidFill>
                <a:latin typeface="Calibri"/>
              </a:rPr>
              <a:t>Malatia-Sebastia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3570732"/>
            <a:ext cx="1371600" cy="155448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920240" y="3570732"/>
            <a:ext cx="493776" cy="15544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2697480" y="3534156"/>
            <a:ext cx="9144" cy="2286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364992" y="3552444"/>
            <a:ext cx="45720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2E7D32"/>
                </a:solidFill>
                <a:latin typeface="Calibri"/>
              </a:rPr>
              <a:t>54%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794760" y="355244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27%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82312" y="355244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368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9864" y="3552444"/>
            <a:ext cx="89611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27%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757416" y="3552444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2E7D32"/>
                </a:solidFill>
                <a:latin typeface="Calibri"/>
              </a:rPr>
              <a:t>97%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854696" y="3552444"/>
            <a:ext cx="786384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0" i="0">
                <a:solidFill>
                  <a:srgbClr val="1F1F1F"/>
                </a:solidFill>
                <a:latin typeface="Calibri"/>
              </a:rPr>
              <a:t>1.6 h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19456" y="3913632"/>
            <a:ext cx="8705088" cy="512064"/>
          </a:xfrm>
          <a:prstGeom prst="rect">
            <a:avLst/>
          </a:prstGeom>
          <a:solidFill>
            <a:srgbClr val="FAFAFA"/>
          </a:solidFill>
          <a:ln w="9525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19456" y="3913632"/>
            <a:ext cx="8705088" cy="411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29184" y="4059936"/>
            <a:ext cx="8485632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F1F1F"/>
                </a:solidFill>
                <a:latin typeface="Calibri"/>
              </a:rPr>
              <a:t>Pressure and absorptive capacity run in opposite directions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9184" y="4210887"/>
            <a:ext cx="84856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50" b="0" i="0" dirty="0">
                <a:solidFill>
                  <a:srgbClr val="1F1F1F"/>
                </a:solidFill>
                <a:latin typeface="Calibri"/>
              </a:rPr>
              <a:t>•  Kentron and Komitas peak over capacity yet re-absorb only 10% and 0% nearby; Malatia-Sebastia peaks at 54% and re-absorbs 97% — so the package is applied by zone, not uniformly.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28599" y="4457700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i="1" dirty="0">
                <a:solidFill>
                  <a:srgbClr val="666666"/>
                </a:solidFill>
                <a:latin typeface="Calibri"/>
              </a:rPr>
              <a:t>Peak occupancy = distinct vehicles over the busiest hour ÷ spaces; above 100% means more distinct vehicles than spaces used the kerb in that hour. It sums each zone's own peak hour, so zones busiest at different times are added together. Displaced (% of spaces removed) instead counts one shared clock hour — a stricter basis, so the two columns are not directly comparable; on the single-hour basis Kentron reads 89% and Komitas 83%. Surveyed areas only, not corridor-wide. Source: field occupancy survey, 29 May – 3 June 2026.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1 - Yerev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Ideal Sans Semibol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 - Yerevan" id="{644B7ADF-76CD-4A01-AF58-5815A1F554C6}" vid="{09C1EB2D-F804-4DCC-858E-C8C3031D2E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3f8e0ee-5908-434f-88f8-7ccb727f6c74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FF74EBF0D96645957ED11344E714AC" ma:contentTypeVersion="12" ma:contentTypeDescription="Create a new document." ma:contentTypeScope="" ma:versionID="3752a8ea38868eb5b5fd4186769f9dff">
  <xsd:schema xmlns:xsd="http://www.w3.org/2001/XMLSchema" xmlns:xs="http://www.w3.org/2001/XMLSchema" xmlns:p="http://schemas.microsoft.com/office/2006/metadata/properties" xmlns:ns2="13f8e0ee-5908-434f-88f8-7ccb727f6c74" targetNamespace="http://schemas.microsoft.com/office/2006/metadata/properties" ma:root="true" ma:fieldsID="d8d592efc19b88d74239f2292397685a" ns2:_="">
    <xsd:import namespace="13f8e0ee-5908-434f-88f8-7ccb727f6c7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f8e0ee-5908-434f-88f8-7ccb727f6c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5eaf0ea5-da70-44a6-8112-078ee3a72a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23A1F4-6359-4623-A104-1A589FB74C52}">
  <ds:schemaRefs>
    <ds:schemaRef ds:uri="13f8e0ee-5908-434f-88f8-7ccb727f6c7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27E0CC60-6EAE-42BD-B007-D7DD1838276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f8e0ee-5908-434f-88f8-7ccb727f6c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32687BB-892F-4338-A556-D41122D33B6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apluss_16_9</Template>
  <TotalTime>1285</TotalTime>
  <Words>293</Words>
  <Application>Microsoft Office PowerPoint</Application>
  <PresentationFormat>On-screen Show (16:9)</PresentationFormat>
  <Paragraphs>60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Roboto Slab</vt:lpstr>
      <vt:lpstr>Wingdings</vt:lpstr>
      <vt:lpstr>Theme1 - Yerevan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Anastasia Epik</dc:creator>
  <cp:lastModifiedBy>Nikoloz Archvadze</cp:lastModifiedBy>
  <cp:revision>21</cp:revision>
  <dcterms:created xsi:type="dcterms:W3CDTF">2021-02-26T09:11:37Z</dcterms:created>
  <dcterms:modified xsi:type="dcterms:W3CDTF">2026-07-23T14:09:57Z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464900</vt:r8>
  </property>
  <property fmtid="{D5CDD505-2E9C-101B-9397-08002B2CF9AE}" pid="3" name="xd_ProgID">
    <vt:lpwstr/>
  </property>
  <property fmtid="{D5CDD505-2E9C-101B-9397-08002B2CF9AE}" pid="4" name="MediaServiceImageTags">
    <vt:lpwstr/>
  </property>
  <property fmtid="{D5CDD505-2E9C-101B-9397-08002B2CF9AE}" pid="5" name="ContentTypeId">
    <vt:lpwstr>0x010100D1FF74EBF0D96645957ED11344E714AC</vt:lpwstr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bool>false</vt:bool>
  </property>
</Properties>
</file>